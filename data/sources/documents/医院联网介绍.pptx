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312" r:id="rId5"/>
    <p:sldId id="314" r:id="rId6"/>
    <p:sldId id="257" r:id="rId7"/>
    <p:sldId id="258" r:id="rId8"/>
    <p:sldId id="259" r:id="rId9"/>
    <p:sldId id="270" r:id="rId10"/>
    <p:sldId id="293" r:id="rId11"/>
    <p:sldId id="307" r:id="rId12"/>
    <p:sldId id="260" r:id="rId13"/>
    <p:sldId id="295" r:id="rId14"/>
    <p:sldId id="261" r:id="rId15"/>
    <p:sldId id="298" r:id="rId16"/>
    <p:sldId id="294" r:id="rId17"/>
    <p:sldId id="296" r:id="rId18"/>
    <p:sldId id="309" r:id="rId19"/>
    <p:sldId id="310" r:id="rId20"/>
    <p:sldId id="297" r:id="rId21"/>
    <p:sldId id="263" r:id="rId22"/>
    <p:sldId id="273" r:id="rId23"/>
    <p:sldId id="311" r:id="rId24"/>
    <p:sldId id="299" r:id="rId25"/>
    <p:sldId id="313" r:id="rId26"/>
    <p:sldId id="266" r:id="rId27"/>
    <p:sldId id="267" r:id="rId28"/>
  </p:sldIdLst>
  <p:sldSz cx="12192000" cy="6858000"/>
  <p:notesSz cx="7103745" cy="10234295"/>
  <p:custDataLst>
    <p:tags r:id="rId3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0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jian" initials="w"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4" d="100"/>
          <a:sy n="64" d="100"/>
        </p:scale>
        <p:origin x="345" y="30"/>
      </p:cViewPr>
      <p:guideLst>
        <p:guide orient="horz" pos="210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47.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290" cy="51349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4023812" y="0"/>
            <a:ext cx="3078290" cy="51349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481584" y="1279287"/>
            <a:ext cx="6140577" cy="34540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9720804"/>
            <a:ext cx="3078290" cy="51349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C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710375" y="4925254"/>
            <a:ext cx="5682996" cy="402975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 name="Google Shape;78;p1: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710375" y="4925254"/>
            <a:ext cx="5682996" cy="402975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 name="Google Shape;95;p2: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710375" y="4925254"/>
            <a:ext cx="5682996" cy="402975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 name="Google Shape;101;p3: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p4: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4: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4: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4: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710375" y="4925254"/>
            <a:ext cx="5682996" cy="402975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 name="Google Shape;121;p5: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710375" y="4925254"/>
            <a:ext cx="5682996" cy="402975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9" name="Google Shape;149;p9: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710375" y="4925254"/>
            <a:ext cx="5682996" cy="402975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 name="Google Shape;134;p6:notes"/>
          <p:cNvSpPr txBox="1">
            <a:spLocks noGrp="1"/>
          </p:cNvSpPr>
          <p:nvPr>
            <p:ph type="sldNum" idx="12"/>
          </p:nvPr>
        </p:nvSpPr>
        <p:spPr>
          <a:xfrm>
            <a:off x="4023812" y="9720804"/>
            <a:ext cx="3078290" cy="51349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gc08a6809af8668d_9:notes"/>
          <p:cNvSpPr txBox="1">
            <a:spLocks noGrp="1"/>
          </p:cNvSpPr>
          <p:nvPr>
            <p:ph type="body" idx="1"/>
          </p:nvPr>
        </p:nvSpPr>
        <p:spPr>
          <a:xfrm>
            <a:off x="710375" y="4925254"/>
            <a:ext cx="5682900" cy="4029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9" name="Google Shape;179;gc08a6809af8668d_9:notes"/>
          <p:cNvSpPr>
            <a:spLocks noGrp="1" noRot="1" noChangeAspect="1"/>
          </p:cNvSpPr>
          <p:nvPr>
            <p:ph type="sldImg" idx="2"/>
          </p:nvPr>
        </p:nvSpPr>
        <p:spPr>
          <a:xfrm>
            <a:off x="481584" y="1279287"/>
            <a:ext cx="6140700" cy="3454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9"/>
        <p:cNvGrpSpPr/>
        <p:nvPr/>
      </p:nvGrpSpPr>
      <p:grpSpPr>
        <a:xfrm>
          <a:off x="0" y="0"/>
          <a:ext cx="0" cy="0"/>
          <a:chOff x="0" y="0"/>
          <a:chExt cx="0" cy="0"/>
        </a:xfrm>
      </p:grpSpPr>
      <p:sp>
        <p:nvSpPr>
          <p:cNvPr id="190" name="Google Shape;190;gc08a6809af8668d_20:notes"/>
          <p:cNvSpPr>
            <a:spLocks noGrp="1" noRot="1" noChangeAspect="1"/>
          </p:cNvSpPr>
          <p:nvPr>
            <p:ph type="sldImg" idx="2"/>
          </p:nvPr>
        </p:nvSpPr>
        <p:spPr>
          <a:xfrm>
            <a:off x="481013"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gc08a6809af8668d_20:notes"/>
          <p:cNvSpPr txBox="1">
            <a:spLocks noGrp="1"/>
          </p:cNvSpPr>
          <p:nvPr>
            <p:ph type="body" idx="1"/>
          </p:nvPr>
        </p:nvSpPr>
        <p:spPr>
          <a:xfrm>
            <a:off x="710375" y="4925254"/>
            <a:ext cx="5682900" cy="4029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2" name="Google Shape;192;gc08a6809af8668d_20:notes"/>
          <p:cNvSpPr txBox="1">
            <a:spLocks noGrp="1"/>
          </p:cNvSpPr>
          <p:nvPr>
            <p:ph type="sldNum" idx="12"/>
          </p:nvPr>
        </p:nvSpPr>
        <p:spPr>
          <a:xfrm>
            <a:off x="4023812" y="9720804"/>
            <a:ext cx="3078300" cy="5136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838200" y="365125"/>
            <a:ext cx="10515600" cy="7794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C411D"/>
              </a:buClr>
              <a:buSzPts val="3200"/>
              <a:buFont typeface="Arial" panose="020B0604020202020204"/>
              <a:buNone/>
              <a:defRPr>
                <a:solidFill>
                  <a:srgbClr val="AC411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a:spLocks noGrp="1"/>
          </p:cNvSpPr>
          <p:nvPr>
            <p:ph type="body" idx="1"/>
          </p:nvPr>
        </p:nvSpPr>
        <p:spPr>
          <a:xfrm>
            <a:off x="838200" y="1364343"/>
            <a:ext cx="10515600" cy="4812620"/>
          </a:xfrm>
          <a:prstGeom prst="rect">
            <a:avLst/>
          </a:prstGeom>
          <a:noFill/>
          <a:ln>
            <a:noFill/>
          </a:ln>
        </p:spPr>
        <p:txBody>
          <a:bodyPr spcFirstLastPara="1" wrap="square" lIns="91425" tIns="45700" rIns="91425" bIns="45700" anchor="t" anchorCtr="0">
            <a:normAutofit/>
          </a:bodyPr>
          <a:lstStyle>
            <a:lvl1pPr marL="457200" lvl="0" indent="-335280" algn="l">
              <a:lnSpc>
                <a:spcPct val="90000"/>
              </a:lnSpc>
              <a:spcBef>
                <a:spcPts val="1000"/>
              </a:spcBef>
              <a:spcAft>
                <a:spcPts val="0"/>
              </a:spcAft>
              <a:buClr>
                <a:schemeClr val="accent1"/>
              </a:buClr>
              <a:buSzPts val="1680"/>
              <a:buFont typeface="Noto Sans Symbols"/>
              <a:buChar char="◈"/>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2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标题幻灯片">
  <p:cSld name="TITLE">
    <p:bg>
      <p:bgPr>
        <a:noFill/>
        <a:effectLst/>
      </p:bgPr>
    </p:bg>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1524000" y="893765"/>
            <a:ext cx="9144000" cy="1673591"/>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C411D"/>
              </a:buClr>
              <a:buSzPts val="4200"/>
              <a:buFont typeface="Arial" panose="020B0604020202020204"/>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a:spLocks noGrp="1"/>
          </p:cNvSpPr>
          <p:nvPr>
            <p:ph type="subTitle" idx="1"/>
          </p:nvPr>
        </p:nvSpPr>
        <p:spPr>
          <a:xfrm>
            <a:off x="1524000" y="2693296"/>
            <a:ext cx="9144000" cy="653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1680"/>
              <a:buNone/>
              <a:defRPr sz="2400">
                <a:solidFill>
                  <a:srgbClr val="7F7F7F"/>
                </a:solidFill>
              </a:defRPr>
            </a:lvl1pPr>
            <a:lvl2pPr lvl="1" algn="ctr">
              <a:lnSpc>
                <a:spcPct val="90000"/>
              </a:lnSpc>
              <a:spcBef>
                <a:spcPts val="500"/>
              </a:spcBef>
              <a:spcAft>
                <a:spcPts val="0"/>
              </a:spcAft>
              <a:buClr>
                <a:schemeClr val="accent1"/>
              </a:buClr>
              <a:buSzPts val="2000"/>
              <a:buNone/>
              <a:defRPr sz="2000"/>
            </a:lvl2pPr>
            <a:lvl3pPr lvl="2" algn="ctr">
              <a:lnSpc>
                <a:spcPct val="90000"/>
              </a:lnSpc>
              <a:spcBef>
                <a:spcPts val="500"/>
              </a:spcBef>
              <a:spcAft>
                <a:spcPts val="0"/>
              </a:spcAft>
              <a:buClr>
                <a:schemeClr val="accent1"/>
              </a:buClr>
              <a:buSzPts val="1800"/>
              <a:buNone/>
              <a:defRPr sz="1800"/>
            </a:lvl3pPr>
            <a:lvl4pPr lvl="3" algn="ctr">
              <a:lnSpc>
                <a:spcPct val="90000"/>
              </a:lnSpc>
              <a:spcBef>
                <a:spcPts val="500"/>
              </a:spcBef>
              <a:spcAft>
                <a:spcPts val="0"/>
              </a:spcAft>
              <a:buClr>
                <a:schemeClr val="accent1"/>
              </a:buClr>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5398477" y="2835155"/>
            <a:ext cx="6793523" cy="7778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C411D"/>
              </a:buClr>
              <a:buSzPts val="2800"/>
              <a:buFont typeface="Arial" panose="020B0604020202020204"/>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a:spLocks noGrp="1"/>
          </p:cNvSpPr>
          <p:nvPr>
            <p:ph type="body" idx="1"/>
          </p:nvPr>
        </p:nvSpPr>
        <p:spPr>
          <a:xfrm>
            <a:off x="5398477" y="3696936"/>
            <a:ext cx="6793523" cy="5100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260"/>
              <a:buNone/>
              <a:defRPr sz="1800">
                <a:solidFill>
                  <a:srgbClr val="7F7F7F"/>
                </a:solidFill>
              </a:defRPr>
            </a:lvl1pPr>
            <a:lvl2pPr marL="914400" lvl="1" indent="-228600" algn="l">
              <a:lnSpc>
                <a:spcPct val="90000"/>
              </a:lnSpc>
              <a:spcBef>
                <a:spcPts val="500"/>
              </a:spcBef>
              <a:spcAft>
                <a:spcPts val="0"/>
              </a:spcAft>
              <a:buClr>
                <a:srgbClr val="949495"/>
              </a:buClr>
              <a:buSzPts val="2000"/>
              <a:buNone/>
              <a:defRPr sz="2000">
                <a:solidFill>
                  <a:srgbClr val="949495"/>
                </a:solidFill>
              </a:defRPr>
            </a:lvl2pPr>
            <a:lvl3pPr marL="1371600" lvl="2" indent="-228600" algn="l">
              <a:lnSpc>
                <a:spcPct val="90000"/>
              </a:lnSpc>
              <a:spcBef>
                <a:spcPts val="500"/>
              </a:spcBef>
              <a:spcAft>
                <a:spcPts val="0"/>
              </a:spcAft>
              <a:buClr>
                <a:srgbClr val="949495"/>
              </a:buClr>
              <a:buSzPts val="1800"/>
              <a:buNone/>
              <a:defRPr sz="1800">
                <a:solidFill>
                  <a:srgbClr val="949495"/>
                </a:solidFill>
              </a:defRPr>
            </a:lvl3pPr>
            <a:lvl4pPr marL="1828800" lvl="3" indent="-228600" algn="l">
              <a:lnSpc>
                <a:spcPct val="90000"/>
              </a:lnSpc>
              <a:spcBef>
                <a:spcPts val="500"/>
              </a:spcBef>
              <a:spcAft>
                <a:spcPts val="0"/>
              </a:spcAft>
              <a:buClr>
                <a:srgbClr val="949495"/>
              </a:buClr>
              <a:buSzPts val="1600"/>
              <a:buNone/>
              <a:defRPr sz="1600">
                <a:solidFill>
                  <a:srgbClr val="949495"/>
                </a:solidFill>
              </a:defRPr>
            </a:lvl4pPr>
            <a:lvl5pPr marL="2286000" lvl="4" indent="-228600" algn="l">
              <a:lnSpc>
                <a:spcPct val="90000"/>
              </a:lnSpc>
              <a:spcBef>
                <a:spcPts val="500"/>
              </a:spcBef>
              <a:spcAft>
                <a:spcPts val="0"/>
              </a:spcAft>
              <a:buClr>
                <a:srgbClr val="949495"/>
              </a:buClr>
              <a:buSzPts val="1600"/>
              <a:buNone/>
              <a:defRPr sz="1600">
                <a:solidFill>
                  <a:srgbClr val="949495"/>
                </a:solidFill>
              </a:defRPr>
            </a:lvl5pPr>
            <a:lvl6pPr marL="2743200" lvl="5" indent="-228600" algn="l">
              <a:lnSpc>
                <a:spcPct val="90000"/>
              </a:lnSpc>
              <a:spcBef>
                <a:spcPts val="500"/>
              </a:spcBef>
              <a:spcAft>
                <a:spcPts val="0"/>
              </a:spcAft>
              <a:buClr>
                <a:srgbClr val="949495"/>
              </a:buClr>
              <a:buSzPts val="1600"/>
              <a:buNone/>
              <a:defRPr sz="1600">
                <a:solidFill>
                  <a:srgbClr val="949495"/>
                </a:solidFill>
              </a:defRPr>
            </a:lvl6pPr>
            <a:lvl7pPr marL="3200400" lvl="6" indent="-228600" algn="l">
              <a:lnSpc>
                <a:spcPct val="90000"/>
              </a:lnSpc>
              <a:spcBef>
                <a:spcPts val="500"/>
              </a:spcBef>
              <a:spcAft>
                <a:spcPts val="0"/>
              </a:spcAft>
              <a:buClr>
                <a:srgbClr val="949495"/>
              </a:buClr>
              <a:buSzPts val="1600"/>
              <a:buNone/>
              <a:defRPr sz="1600">
                <a:solidFill>
                  <a:srgbClr val="949495"/>
                </a:solidFill>
              </a:defRPr>
            </a:lvl7pPr>
            <a:lvl8pPr marL="3657600" lvl="7" indent="-228600" algn="l">
              <a:lnSpc>
                <a:spcPct val="90000"/>
              </a:lnSpc>
              <a:spcBef>
                <a:spcPts val="500"/>
              </a:spcBef>
              <a:spcAft>
                <a:spcPts val="0"/>
              </a:spcAft>
              <a:buClr>
                <a:srgbClr val="949495"/>
              </a:buClr>
              <a:buSzPts val="1600"/>
              <a:buNone/>
              <a:defRPr sz="1600">
                <a:solidFill>
                  <a:srgbClr val="949495"/>
                </a:solidFill>
              </a:defRPr>
            </a:lvl8pPr>
            <a:lvl9pPr marL="4114800" lvl="8" indent="-228600" algn="l">
              <a:lnSpc>
                <a:spcPct val="90000"/>
              </a:lnSpc>
              <a:spcBef>
                <a:spcPts val="500"/>
              </a:spcBef>
              <a:spcAft>
                <a:spcPts val="0"/>
              </a:spcAft>
              <a:buClr>
                <a:srgbClr val="949495"/>
              </a:buClr>
              <a:buSzPts val="1600"/>
              <a:buNone/>
              <a:defRPr sz="1600">
                <a:solidFill>
                  <a:srgbClr val="949495"/>
                </a:solidFill>
              </a:defRPr>
            </a:lvl9pPr>
          </a:lstStyle>
          <a:p/>
        </p:txBody>
      </p:sp>
      <p:sp>
        <p:nvSpPr>
          <p:cNvPr id="32" name="Google Shape;3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38200" y="294785"/>
            <a:ext cx="10515600" cy="7794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C41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a:spLocks noGrp="1"/>
          </p:cNvSpPr>
          <p:nvPr>
            <p:ph type="body" idx="1"/>
          </p:nvPr>
        </p:nvSpPr>
        <p:spPr>
          <a:xfrm>
            <a:off x="838200" y="1266091"/>
            <a:ext cx="5052646" cy="4730263"/>
          </a:xfrm>
          <a:prstGeom prst="rect">
            <a:avLst/>
          </a:prstGeom>
          <a:noFill/>
          <a:ln>
            <a:noFill/>
          </a:ln>
        </p:spPr>
        <p:txBody>
          <a:bodyPr spcFirstLastPara="1" wrap="square" lIns="91425" tIns="45700" rIns="91425" bIns="45700" anchor="t" anchorCtr="0">
            <a:normAutofit/>
          </a:bodyPr>
          <a:lstStyle>
            <a:lvl1pPr marL="457200" lvl="0" indent="-308610" algn="l">
              <a:lnSpc>
                <a:spcPct val="90000"/>
              </a:lnSpc>
              <a:spcBef>
                <a:spcPts val="1000"/>
              </a:spcBef>
              <a:spcAft>
                <a:spcPts val="0"/>
              </a:spcAft>
              <a:buSzPts val="1260"/>
              <a:buChar char="◈"/>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8" name="Google Shape;38;p6"/>
          <p:cNvSpPr txBox="1">
            <a:spLocks noGrp="1"/>
          </p:cNvSpPr>
          <p:nvPr>
            <p:ph type="body" idx="2"/>
          </p:nvPr>
        </p:nvSpPr>
        <p:spPr>
          <a:xfrm>
            <a:off x="6301154" y="1266091"/>
            <a:ext cx="5052646" cy="4730263"/>
          </a:xfrm>
          <a:prstGeom prst="rect">
            <a:avLst/>
          </a:prstGeom>
          <a:noFill/>
          <a:ln>
            <a:noFill/>
          </a:ln>
        </p:spPr>
        <p:txBody>
          <a:bodyPr spcFirstLastPara="1" wrap="square" lIns="91425" tIns="45700" rIns="91425" bIns="45700" anchor="t" anchorCtr="0">
            <a:normAutofit/>
          </a:bodyPr>
          <a:lstStyle>
            <a:lvl1pPr marL="457200" lvl="0" indent="-308610" algn="l">
              <a:lnSpc>
                <a:spcPct val="90000"/>
              </a:lnSpc>
              <a:spcBef>
                <a:spcPts val="1000"/>
              </a:spcBef>
              <a:spcAft>
                <a:spcPts val="0"/>
              </a:spcAft>
              <a:buSzPts val="1260"/>
              <a:buChar char="◈"/>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9788" y="365125"/>
            <a:ext cx="10515600" cy="83062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C41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a:spLocks noGrp="1"/>
          </p:cNvSpPr>
          <p:nvPr>
            <p:ph type="body" idx="1"/>
          </p:nvPr>
        </p:nvSpPr>
        <p:spPr>
          <a:xfrm>
            <a:off x="839788" y="1399811"/>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1260"/>
              <a:buNone/>
              <a:defRPr sz="1800" b="1"/>
            </a:lvl1pPr>
            <a:lvl2pPr marL="914400" lvl="1" indent="-228600" algn="l">
              <a:lnSpc>
                <a:spcPct val="90000"/>
              </a:lnSpc>
              <a:spcBef>
                <a:spcPts val="500"/>
              </a:spcBef>
              <a:spcAft>
                <a:spcPts val="0"/>
              </a:spcAft>
              <a:buClr>
                <a:schemeClr val="accent1"/>
              </a:buClr>
              <a:buSzPts val="2000"/>
              <a:buNone/>
              <a:defRPr sz="2000" b="1"/>
            </a:lvl2pPr>
            <a:lvl3pPr marL="1371600" lvl="2" indent="-228600" algn="l">
              <a:lnSpc>
                <a:spcPct val="90000"/>
              </a:lnSpc>
              <a:spcBef>
                <a:spcPts val="500"/>
              </a:spcBef>
              <a:spcAft>
                <a:spcPts val="0"/>
              </a:spcAft>
              <a:buClr>
                <a:schemeClr val="accent1"/>
              </a:buClr>
              <a:buSzPts val="1800"/>
              <a:buNone/>
              <a:defRPr sz="1800" b="1"/>
            </a:lvl3pPr>
            <a:lvl4pPr marL="1828800" lvl="3" indent="-228600" algn="l">
              <a:lnSpc>
                <a:spcPct val="90000"/>
              </a:lnSpc>
              <a:spcBef>
                <a:spcPts val="500"/>
              </a:spcBef>
              <a:spcAft>
                <a:spcPts val="0"/>
              </a:spcAft>
              <a:buClr>
                <a:schemeClr val="accent1"/>
              </a:buClr>
              <a:buSzPts val="1600"/>
              <a:buNone/>
              <a:defRPr sz="1600" b="1"/>
            </a:lvl4pPr>
            <a:lvl5pPr marL="2286000" lvl="4" indent="-228600" algn="l">
              <a:lnSpc>
                <a:spcPct val="90000"/>
              </a:lnSpc>
              <a:spcBef>
                <a:spcPts val="500"/>
              </a:spcBef>
              <a:spcAft>
                <a:spcPts val="0"/>
              </a:spcAft>
              <a:buClr>
                <a:schemeClr val="accen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7"/>
          <p:cNvSpPr txBox="1">
            <a:spLocks noGrp="1"/>
          </p:cNvSpPr>
          <p:nvPr>
            <p:ph type="body" idx="2"/>
          </p:nvPr>
        </p:nvSpPr>
        <p:spPr>
          <a:xfrm>
            <a:off x="839788" y="2223723"/>
            <a:ext cx="5157787" cy="3807800"/>
          </a:xfrm>
          <a:prstGeom prst="rect">
            <a:avLst/>
          </a:prstGeom>
          <a:noFill/>
          <a:ln>
            <a:noFill/>
          </a:ln>
        </p:spPr>
        <p:txBody>
          <a:bodyPr spcFirstLastPara="1" wrap="square" lIns="91425" tIns="45700" rIns="91425" bIns="45700" anchor="t" anchorCtr="0">
            <a:normAutofit/>
          </a:bodyPr>
          <a:lstStyle>
            <a:lvl1pPr marL="457200" lvl="0" indent="-335280" algn="l">
              <a:lnSpc>
                <a:spcPct val="90000"/>
              </a:lnSpc>
              <a:spcBef>
                <a:spcPts val="1000"/>
              </a:spcBef>
              <a:spcAft>
                <a:spcPts val="0"/>
              </a:spcAft>
              <a:buClr>
                <a:schemeClr val="accent1"/>
              </a:buClr>
              <a:buSzPts val="1680"/>
              <a:buFont typeface="Noto Sans Symbols"/>
              <a:buChar char="◈"/>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7"/>
          <p:cNvSpPr txBox="1">
            <a:spLocks noGrp="1"/>
          </p:cNvSpPr>
          <p:nvPr>
            <p:ph type="body" idx="3"/>
          </p:nvPr>
        </p:nvSpPr>
        <p:spPr>
          <a:xfrm>
            <a:off x="6172200" y="1399811"/>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1260"/>
              <a:buNone/>
              <a:defRPr sz="1800" b="1"/>
            </a:lvl1pPr>
            <a:lvl2pPr marL="914400" lvl="1" indent="-228600" algn="l">
              <a:lnSpc>
                <a:spcPct val="90000"/>
              </a:lnSpc>
              <a:spcBef>
                <a:spcPts val="500"/>
              </a:spcBef>
              <a:spcAft>
                <a:spcPts val="0"/>
              </a:spcAft>
              <a:buClr>
                <a:schemeClr val="accent1"/>
              </a:buClr>
              <a:buSzPts val="2000"/>
              <a:buNone/>
              <a:defRPr sz="2000" b="1"/>
            </a:lvl2pPr>
            <a:lvl3pPr marL="1371600" lvl="2" indent="-228600" algn="l">
              <a:lnSpc>
                <a:spcPct val="90000"/>
              </a:lnSpc>
              <a:spcBef>
                <a:spcPts val="500"/>
              </a:spcBef>
              <a:spcAft>
                <a:spcPts val="0"/>
              </a:spcAft>
              <a:buClr>
                <a:schemeClr val="accent1"/>
              </a:buClr>
              <a:buSzPts val="1800"/>
              <a:buNone/>
              <a:defRPr sz="1800" b="1"/>
            </a:lvl3pPr>
            <a:lvl4pPr marL="1828800" lvl="3" indent="-228600" algn="l">
              <a:lnSpc>
                <a:spcPct val="90000"/>
              </a:lnSpc>
              <a:spcBef>
                <a:spcPts val="500"/>
              </a:spcBef>
              <a:spcAft>
                <a:spcPts val="0"/>
              </a:spcAft>
              <a:buClr>
                <a:schemeClr val="accent1"/>
              </a:buClr>
              <a:buSzPts val="1600"/>
              <a:buNone/>
              <a:defRPr sz="1600" b="1"/>
            </a:lvl4pPr>
            <a:lvl5pPr marL="2286000" lvl="4" indent="-228600" algn="l">
              <a:lnSpc>
                <a:spcPct val="90000"/>
              </a:lnSpc>
              <a:spcBef>
                <a:spcPts val="500"/>
              </a:spcBef>
              <a:spcAft>
                <a:spcPts val="0"/>
              </a:spcAft>
              <a:buClr>
                <a:schemeClr val="accen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7"/>
          <p:cNvSpPr txBox="1">
            <a:spLocks noGrp="1"/>
          </p:cNvSpPr>
          <p:nvPr>
            <p:ph type="body" idx="4"/>
          </p:nvPr>
        </p:nvSpPr>
        <p:spPr>
          <a:xfrm>
            <a:off x="6172200" y="2223723"/>
            <a:ext cx="5183188" cy="3807800"/>
          </a:xfrm>
          <a:prstGeom prst="rect">
            <a:avLst/>
          </a:prstGeom>
          <a:noFill/>
          <a:ln>
            <a:noFill/>
          </a:ln>
        </p:spPr>
        <p:txBody>
          <a:bodyPr spcFirstLastPara="1" wrap="square" lIns="91425" tIns="45700" rIns="91425" bIns="45700" anchor="t" anchorCtr="0">
            <a:normAutofit/>
          </a:bodyPr>
          <a:lstStyle>
            <a:lvl1pPr marL="457200" lvl="0" indent="-335280" algn="l">
              <a:lnSpc>
                <a:spcPct val="90000"/>
              </a:lnSpc>
              <a:spcBef>
                <a:spcPts val="1000"/>
              </a:spcBef>
              <a:spcAft>
                <a:spcPts val="0"/>
              </a:spcAft>
              <a:buClr>
                <a:schemeClr val="accent1"/>
              </a:buClr>
              <a:buSzPts val="1680"/>
              <a:buFont typeface="Noto Sans Symbols"/>
              <a:buChar char="◈"/>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51"/>
        <p:cNvGrpSpPr/>
        <p:nvPr/>
      </p:nvGrpSpPr>
      <p:grpSpPr>
        <a:xfrm>
          <a:off x="0" y="0"/>
          <a:ext cx="0" cy="0"/>
          <a:chOff x="0" y="0"/>
          <a:chExt cx="0" cy="0"/>
        </a:xfrm>
      </p:grpSpPr>
      <p:sp>
        <p:nvSpPr>
          <p:cNvPr id="52" name="Google Shape;5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
        <p:nvSpPr>
          <p:cNvPr id="55" name="Google Shape;55;p8"/>
          <p:cNvSpPr/>
          <p:nvPr/>
        </p:nvSpPr>
        <p:spPr>
          <a:xfrm>
            <a:off x="4945223" y="3689350"/>
            <a:ext cx="7246777" cy="336550"/>
          </a:xfrm>
          <a:prstGeom prst="parallelogram">
            <a:avLst>
              <a:gd name="adj" fmla="val 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accent2"/>
              </a:buClr>
              <a:buSzPts val="1600"/>
              <a:buFont typeface="Noto Sans Symbols"/>
              <a:buNone/>
            </a:pPr>
            <a:endParaRPr sz="1600">
              <a:solidFill>
                <a:srgbClr val="ACD1E8"/>
              </a:solidFill>
              <a:latin typeface="Arial" panose="020B0604020202020204"/>
              <a:ea typeface="Arial" panose="020B0604020202020204"/>
              <a:cs typeface="Arial" panose="020B0604020202020204"/>
              <a:sym typeface="Arial" panose="020B0604020202020204"/>
            </a:endParaRPr>
          </a:p>
        </p:txBody>
      </p:sp>
      <p:sp>
        <p:nvSpPr>
          <p:cNvPr id="56" name="Google Shape;56;p8"/>
          <p:cNvSpPr/>
          <p:nvPr/>
        </p:nvSpPr>
        <p:spPr>
          <a:xfrm>
            <a:off x="3812840" y="2679701"/>
            <a:ext cx="5534360" cy="957263"/>
          </a:xfrm>
          <a:prstGeom prst="parallelogram">
            <a:avLst>
              <a:gd name="adj" fmla="val 30552"/>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4800" b="1">
              <a:solidFill>
                <a:srgbClr val="FFFFFF"/>
              </a:solidFill>
              <a:latin typeface="Arial" panose="020B0604020202020204"/>
              <a:ea typeface="Arial" panose="020B0604020202020204"/>
              <a:cs typeface="Arial" panose="020B0604020202020204"/>
              <a:sym typeface="Arial" panose="020B0604020202020204"/>
            </a:endParaRPr>
          </a:p>
        </p:txBody>
      </p:sp>
      <p:sp>
        <p:nvSpPr>
          <p:cNvPr id="57" name="Google Shape;57;p8"/>
          <p:cNvSpPr txBox="1">
            <a:spLocks noGrp="1"/>
          </p:cNvSpPr>
          <p:nvPr>
            <p:ph type="title"/>
          </p:nvPr>
        </p:nvSpPr>
        <p:spPr>
          <a:xfrm>
            <a:off x="3676260" y="2679701"/>
            <a:ext cx="5688525" cy="957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4800"/>
              <a:buFont typeface="Arial" panose="020B0604020202020204"/>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图片与标题">
  <p:cSld name="图片与标题">
    <p:spTree>
      <p:nvGrpSpPr>
        <p:cNvPr id="1" name="Shape 58"/>
        <p:cNvGrpSpPr/>
        <p:nvPr/>
      </p:nvGrpSpPr>
      <p:grpSpPr>
        <a:xfrm>
          <a:off x="0" y="0"/>
          <a:ext cx="0" cy="0"/>
          <a:chOff x="0" y="0"/>
          <a:chExt cx="0" cy="0"/>
        </a:xfrm>
      </p:grpSpPr>
      <p:sp>
        <p:nvSpPr>
          <p:cNvPr id="59" name="Google Shape;5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
        <p:nvSpPr>
          <p:cNvPr id="62" name="Google Shape;62;p9"/>
          <p:cNvSpPr txBox="1">
            <a:spLocks noGrp="1"/>
          </p:cNvSpPr>
          <p:nvPr>
            <p:ph type="title"/>
          </p:nvPr>
        </p:nvSpPr>
        <p:spPr>
          <a:xfrm>
            <a:off x="6528000" y="684000"/>
            <a:ext cx="4165200" cy="1602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C411D"/>
              </a:buClr>
              <a:buSzPts val="3200"/>
              <a:buFont typeface="Arial" panose="020B060402020202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a:spLocks noGrp="1"/>
          </p:cNvSpPr>
          <p:nvPr>
            <p:ph type="body" idx="1"/>
          </p:nvPr>
        </p:nvSpPr>
        <p:spPr>
          <a:xfrm>
            <a:off x="6528000" y="2286000"/>
            <a:ext cx="4165200"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400"/>
              <a:buNone/>
              <a:defRPr sz="2000"/>
            </a:lvl1pPr>
            <a:lvl2pPr marL="914400" lvl="1" indent="-228600" algn="l">
              <a:lnSpc>
                <a:spcPct val="90000"/>
              </a:lnSpc>
              <a:spcBef>
                <a:spcPts val="500"/>
              </a:spcBef>
              <a:spcAft>
                <a:spcPts val="0"/>
              </a:spcAft>
              <a:buClr>
                <a:schemeClr val="accent1"/>
              </a:buClr>
              <a:buSzPts val="1050"/>
              <a:buNone/>
              <a:defRPr sz="1050"/>
            </a:lvl2pPr>
            <a:lvl3pPr marL="1371600" lvl="2" indent="-228600" algn="l">
              <a:lnSpc>
                <a:spcPct val="90000"/>
              </a:lnSpc>
              <a:spcBef>
                <a:spcPts val="500"/>
              </a:spcBef>
              <a:spcAft>
                <a:spcPts val="0"/>
              </a:spcAft>
              <a:buClr>
                <a:schemeClr val="accent1"/>
              </a:buClr>
              <a:buSzPts val="900"/>
              <a:buNone/>
              <a:defRPr sz="900"/>
            </a:lvl3pPr>
            <a:lvl4pPr marL="1828800" lvl="3" indent="-228600" algn="l">
              <a:lnSpc>
                <a:spcPct val="90000"/>
              </a:lnSpc>
              <a:spcBef>
                <a:spcPts val="500"/>
              </a:spcBef>
              <a:spcAft>
                <a:spcPts val="0"/>
              </a:spcAft>
              <a:buClr>
                <a:schemeClr val="accent1"/>
              </a:buClr>
              <a:buSzPts val="750"/>
              <a:buNone/>
              <a:defRPr sz="750"/>
            </a:lvl4pPr>
            <a:lvl5pPr marL="2286000" lvl="4" indent="-228600" algn="l">
              <a:lnSpc>
                <a:spcPct val="90000"/>
              </a:lnSpc>
              <a:spcBef>
                <a:spcPts val="500"/>
              </a:spcBef>
              <a:spcAft>
                <a:spcPts val="0"/>
              </a:spcAft>
              <a:buClr>
                <a:schemeClr val="accent1"/>
              </a:buClr>
              <a:buSzPts val="750"/>
              <a:buNone/>
              <a:defRPr sz="750"/>
            </a:lvl5pPr>
            <a:lvl6pPr marL="2743200" lvl="5" indent="-228600" algn="l">
              <a:lnSpc>
                <a:spcPct val="90000"/>
              </a:lnSpc>
              <a:spcBef>
                <a:spcPts val="500"/>
              </a:spcBef>
              <a:spcAft>
                <a:spcPts val="0"/>
              </a:spcAft>
              <a:buClr>
                <a:schemeClr val="dk1"/>
              </a:buClr>
              <a:buSzPts val="750"/>
              <a:buNone/>
              <a:defRPr sz="750"/>
            </a:lvl6pPr>
            <a:lvl7pPr marL="3200400" lvl="6" indent="-228600" algn="l">
              <a:lnSpc>
                <a:spcPct val="90000"/>
              </a:lnSpc>
              <a:spcBef>
                <a:spcPts val="500"/>
              </a:spcBef>
              <a:spcAft>
                <a:spcPts val="0"/>
              </a:spcAft>
              <a:buClr>
                <a:schemeClr val="dk1"/>
              </a:buClr>
              <a:buSzPts val="750"/>
              <a:buNone/>
              <a:defRPr sz="750"/>
            </a:lvl7pPr>
            <a:lvl8pPr marL="3657600" lvl="7" indent="-228600" algn="l">
              <a:lnSpc>
                <a:spcPct val="90000"/>
              </a:lnSpc>
              <a:spcBef>
                <a:spcPts val="500"/>
              </a:spcBef>
              <a:spcAft>
                <a:spcPts val="0"/>
              </a:spcAft>
              <a:buClr>
                <a:schemeClr val="dk1"/>
              </a:buClr>
              <a:buSzPts val="750"/>
              <a:buNone/>
              <a:defRPr sz="750"/>
            </a:lvl8pPr>
            <a:lvl9pPr marL="4114800" lvl="8" indent="-228600" algn="l">
              <a:lnSpc>
                <a:spcPct val="90000"/>
              </a:lnSpc>
              <a:spcBef>
                <a:spcPts val="500"/>
              </a:spcBef>
              <a:spcAft>
                <a:spcPts val="0"/>
              </a:spcAft>
              <a:buClr>
                <a:schemeClr val="dk1"/>
              </a:buClr>
              <a:buSzPts val="750"/>
              <a:buNone/>
              <a:defRPr sz="750"/>
            </a:lvl9pPr>
          </a:lstStyle>
          <a:p/>
        </p:txBody>
      </p:sp>
      <p:sp>
        <p:nvSpPr>
          <p:cNvPr id="64" name="Google Shape;64;p9"/>
          <p:cNvSpPr>
            <a:spLocks noGrp="1"/>
          </p:cNvSpPr>
          <p:nvPr>
            <p:ph type="pic" idx="2"/>
          </p:nvPr>
        </p:nvSpPr>
        <p:spPr>
          <a:xfrm rot="435425">
            <a:off x="1692244" y="1509221"/>
            <a:ext cx="3550468" cy="3919287"/>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matchingName="垂直排列标题与&#10;文本">
  <p:cSld name="VERTICAL_TITLE_AND_VERTICAL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rot="5400000">
            <a:off x="7940858" y="2764021"/>
            <a:ext cx="5811838" cy="101404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C41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txBox="1">
            <a:spLocks noGrp="1"/>
          </p:cNvSpPr>
          <p:nvPr>
            <p:ph type="body" idx="1"/>
          </p:nvPr>
        </p:nvSpPr>
        <p:spPr>
          <a:xfrm rot="5400000">
            <a:off x="2612719" y="-1409395"/>
            <a:ext cx="5811838" cy="9360877"/>
          </a:xfrm>
          <a:prstGeom prst="rect">
            <a:avLst/>
          </a:prstGeom>
          <a:noFill/>
          <a:ln>
            <a:noFill/>
          </a:ln>
        </p:spPr>
        <p:txBody>
          <a:bodyPr spcFirstLastPara="1" wrap="square" lIns="91425" tIns="45700" rIns="91425" bIns="45700" anchor="t" anchorCtr="0">
            <a:normAutofit/>
          </a:bodyPr>
          <a:lstStyle>
            <a:lvl1pPr marL="457200" lvl="0" indent="-308610" algn="l">
              <a:lnSpc>
                <a:spcPct val="90000"/>
              </a:lnSpc>
              <a:spcBef>
                <a:spcPts val="1000"/>
              </a:spcBef>
              <a:spcAft>
                <a:spcPts val="0"/>
              </a:spcAft>
              <a:buSzPts val="1260"/>
              <a:buChar char="◈"/>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8" name="Google Shape;6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内容">
  <p:cSld name="内容">
    <p:spTree>
      <p:nvGrpSpPr>
        <p:cNvPr id="1" name="Shape 71"/>
        <p:cNvGrpSpPr/>
        <p:nvPr/>
      </p:nvGrpSpPr>
      <p:grpSpPr>
        <a:xfrm>
          <a:off x="0" y="0"/>
          <a:ext cx="0" cy="0"/>
          <a:chOff x="0" y="0"/>
          <a:chExt cx="0" cy="0"/>
        </a:xfrm>
      </p:grpSpPr>
      <p:sp>
        <p:nvSpPr>
          <p:cNvPr id="72" name="Google Shape;72;p11"/>
          <p:cNvSpPr txBox="1">
            <a:spLocks noGrp="1"/>
          </p:cNvSpPr>
          <p:nvPr>
            <p:ph type="body" idx="1"/>
          </p:nvPr>
        </p:nvSpPr>
        <p:spPr>
          <a:xfrm>
            <a:off x="837600" y="408675"/>
            <a:ext cx="10516800" cy="5810400"/>
          </a:xfrm>
          <a:prstGeom prst="rect">
            <a:avLst/>
          </a:prstGeom>
          <a:noFill/>
          <a:ln>
            <a:noFill/>
          </a:ln>
        </p:spPr>
        <p:txBody>
          <a:bodyPr spcFirstLastPara="1" wrap="square" lIns="91425" tIns="45700" rIns="91425" bIns="45700" anchor="t" anchorCtr="0">
            <a:normAutofit/>
          </a:bodyPr>
          <a:lstStyle>
            <a:lvl1pPr marL="457200" lvl="0" indent="-335280" algn="l">
              <a:lnSpc>
                <a:spcPct val="90000"/>
              </a:lnSpc>
              <a:spcBef>
                <a:spcPts val="1000"/>
              </a:spcBef>
              <a:spcAft>
                <a:spcPts val="0"/>
              </a:spcAft>
              <a:buSzPts val="1680"/>
              <a:buChar char="◈"/>
              <a:defRPr sz="2400"/>
            </a:lvl1pPr>
            <a:lvl2pPr marL="914400" lvl="1" indent="-355600" algn="l">
              <a:lnSpc>
                <a:spcPct val="90000"/>
              </a:lnSpc>
              <a:spcBef>
                <a:spcPts val="500"/>
              </a:spcBef>
              <a:spcAft>
                <a:spcPts val="0"/>
              </a:spcAft>
              <a:buClr>
                <a:schemeClr val="accent1"/>
              </a:buClr>
              <a:buSzPts val="2000"/>
              <a:buChar char="•"/>
              <a:defRPr sz="2000"/>
            </a:lvl2pPr>
            <a:lvl3pPr marL="1371600" lvl="2" indent="-342900" algn="l">
              <a:lnSpc>
                <a:spcPct val="90000"/>
              </a:lnSpc>
              <a:spcBef>
                <a:spcPts val="500"/>
              </a:spcBef>
              <a:spcAft>
                <a:spcPts val="0"/>
              </a:spcAft>
              <a:buClr>
                <a:schemeClr val="accent1"/>
              </a:buClr>
              <a:buSzPts val="1800"/>
              <a:buChar char="•"/>
              <a:defRPr sz="1800"/>
            </a:lvl3pPr>
            <a:lvl4pPr marL="1828800" lvl="3" indent="-342900" algn="l">
              <a:lnSpc>
                <a:spcPct val="90000"/>
              </a:lnSpc>
              <a:spcBef>
                <a:spcPts val="500"/>
              </a:spcBef>
              <a:spcAft>
                <a:spcPts val="0"/>
              </a:spcAft>
              <a:buClr>
                <a:schemeClr val="accent1"/>
              </a:buClr>
              <a:buSzPts val="1800"/>
              <a:buChar char="•"/>
              <a:defRPr sz="1800"/>
            </a:lvl4pPr>
            <a:lvl5pPr marL="2286000" lvl="4" indent="-342900" algn="l">
              <a:lnSpc>
                <a:spcPct val="90000"/>
              </a:lnSpc>
              <a:spcBef>
                <a:spcPts val="500"/>
              </a:spcBef>
              <a:spcAft>
                <a:spcPts val="0"/>
              </a:spcAft>
              <a:buClr>
                <a:schemeClr val="accent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3" name="Google Shape;7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779463"/>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AC411D"/>
              </a:buClr>
              <a:buSzPts val="3200"/>
              <a:buFont typeface="Arial" panose="020B0604020202020204"/>
              <a:buNone/>
              <a:defRPr sz="3200" b="1" i="0" u="none" strike="noStrike" cap="none">
                <a:solidFill>
                  <a:srgbClr val="AC411D"/>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364343"/>
            <a:ext cx="10515600" cy="4812620"/>
          </a:xfrm>
          <a:prstGeom prst="rect">
            <a:avLst/>
          </a:prstGeom>
          <a:noFill/>
          <a:ln>
            <a:noFill/>
          </a:ln>
        </p:spPr>
        <p:txBody>
          <a:bodyPr spcFirstLastPara="1" wrap="square" lIns="91425" tIns="45700" rIns="91425" bIns="45700" anchor="t" anchorCtr="0">
            <a:normAutofit/>
          </a:bodyPr>
          <a:lstStyle>
            <a:lvl1pPr marL="457200" marR="0" lvl="0" indent="-335280" algn="l" rtl="0">
              <a:lnSpc>
                <a:spcPct val="90000"/>
              </a:lnSpc>
              <a:spcBef>
                <a:spcPts val="1000"/>
              </a:spcBef>
              <a:spcAft>
                <a:spcPts val="0"/>
              </a:spcAft>
              <a:buClr>
                <a:schemeClr val="accent1"/>
              </a:buClr>
              <a:buSzPts val="1680"/>
              <a:buFont typeface="Noto Sans Symbols"/>
              <a:buChar char="◈"/>
              <a:defRPr sz="2400" b="0" i="0" u="none" strike="noStrike" cap="none">
                <a:solidFill>
                  <a:schemeClr val="accent1"/>
                </a:solidFill>
                <a:latin typeface="Arial" panose="020B0604020202020204"/>
                <a:ea typeface="Arial" panose="020B0604020202020204"/>
                <a:cs typeface="Arial" panose="020B0604020202020204"/>
                <a:sym typeface="Arial" panose="020B0604020202020204"/>
              </a:defRPr>
            </a:lvl1pPr>
            <a:lvl2pPr marL="914400" marR="0" lvl="1" indent="-355600" algn="l" rtl="0">
              <a:lnSpc>
                <a:spcPct val="90000"/>
              </a:lnSpc>
              <a:spcBef>
                <a:spcPts val="500"/>
              </a:spcBef>
              <a:spcAft>
                <a:spcPts val="0"/>
              </a:spcAft>
              <a:buClr>
                <a:schemeClr val="accent1"/>
              </a:buClr>
              <a:buSzPts val="2000"/>
              <a:buFont typeface="Arial" panose="020B0604020202020204"/>
              <a:buChar char="•"/>
              <a:defRPr sz="2000" b="0" i="0" u="none" strike="noStrike" cap="none">
                <a:solidFill>
                  <a:schemeClr val="accent1"/>
                </a:solidFill>
                <a:latin typeface="Arial" panose="020B0604020202020204"/>
                <a:ea typeface="Arial" panose="020B0604020202020204"/>
                <a:cs typeface="Arial" panose="020B0604020202020204"/>
                <a:sym typeface="Arial" panose="020B0604020202020204"/>
              </a:defRPr>
            </a:lvl2pPr>
            <a:lvl3pPr marL="1371600" marR="0" lvl="2" indent="-342900" algn="l" rtl="0">
              <a:lnSpc>
                <a:spcPct val="90000"/>
              </a:lnSpc>
              <a:spcBef>
                <a:spcPts val="500"/>
              </a:spcBef>
              <a:spcAft>
                <a:spcPts val="0"/>
              </a:spcAft>
              <a:buClr>
                <a:schemeClr val="accent1"/>
              </a:buClr>
              <a:buSzPts val="1800"/>
              <a:buFont typeface="Arial" panose="020B0604020202020204"/>
              <a:buChar char="•"/>
              <a:defRPr sz="1800" b="0" i="0" u="none" strike="noStrike" cap="none">
                <a:solidFill>
                  <a:schemeClr val="accent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accent1"/>
              </a:buClr>
              <a:buSzPts val="1800"/>
              <a:buFont typeface="Arial" panose="020B0604020202020204"/>
              <a:buChar char="•"/>
              <a:defRPr sz="1800" b="0" i="0" u="none" strike="noStrike" cap="none">
                <a:solidFill>
                  <a:schemeClr val="accent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accent1"/>
              </a:buClr>
              <a:buSzPts val="1800"/>
              <a:buFont typeface="Arial" panose="020B0604020202020204"/>
              <a:buChar char="•"/>
              <a:defRPr sz="1800" b="0" i="0" u="none" strike="noStrike" cap="none">
                <a:solidFill>
                  <a:schemeClr val="accent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949495"/>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pic>
        <p:nvPicPr>
          <p:cNvPr id="15" name="Google Shape;15;p1" descr="bg2"/>
          <p:cNvPicPr preferRelativeResize="0"/>
          <p:nvPr/>
        </p:nvPicPr>
        <p:blipFill rotWithShape="1">
          <a:blip r:embed="rId11"/>
          <a:srcRect l="-6" r="-5" b="16165"/>
          <a:stretch>
            <a:fillRect/>
          </a:stretch>
        </p:blipFill>
        <p:spPr>
          <a:xfrm>
            <a:off x="-22649" y="-12700"/>
            <a:ext cx="12238568" cy="68834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tags" Target="../tags/tag5.xml"/><Relationship Id="rId4" Type="http://schemas.openxmlformats.org/officeDocument/2006/relationships/image" Target="../media/image9.png"/><Relationship Id="rId3" Type="http://schemas.openxmlformats.org/officeDocument/2006/relationships/tags" Target="../tags/tag4.xml"/><Relationship Id="rId2" Type="http://schemas.openxmlformats.org/officeDocument/2006/relationships/image" Target="../media/image8.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tags" Target="../tags/tag7.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tags" Target="../tags/tag9.xml"/><Relationship Id="rId2" Type="http://schemas.openxmlformats.org/officeDocument/2006/relationships/image" Target="../media/image12.png"/><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tags" Target="../tags/tag17.xml"/><Relationship Id="rId4" Type="http://schemas.openxmlformats.org/officeDocument/2006/relationships/image" Target="../media/image16.png"/><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tags" Target="../tags/tag33.xml"/><Relationship Id="rId4" Type="http://schemas.openxmlformats.org/officeDocument/2006/relationships/image" Target="../media/image22.png"/><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tags" Target="../tags/tag41.xml"/><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2"/>
          <p:cNvSpPr/>
          <p:nvPr/>
        </p:nvSpPr>
        <p:spPr>
          <a:xfrm rot="2700000">
            <a:off x="7580890" y="755411"/>
            <a:ext cx="3177271" cy="3177271"/>
          </a:xfrm>
          <a:prstGeom prst="rect">
            <a:avLst/>
          </a:prstGeom>
          <a:blipFill rotWithShape="0">
            <a:blip r:embed="rId1"/>
            <a:stretch>
              <a:fillRect l="-41996" r="-1998" b="-7999"/>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1" name="Google Shape;81;p12"/>
          <p:cNvSpPr/>
          <p:nvPr/>
        </p:nvSpPr>
        <p:spPr>
          <a:xfrm rot="2700000">
            <a:off x="9532754" y="-663991"/>
            <a:ext cx="3177271" cy="2104393"/>
          </a:xfrm>
          <a:custGeom>
            <a:avLst/>
            <a:gdLst/>
            <a:ahLst/>
            <a:cxnLst/>
            <a:rect l="l" t="t" r="r" b="b"/>
            <a:pathLst>
              <a:path w="3177271" h="2104393" extrusionOk="0">
                <a:moveTo>
                  <a:pt x="1" y="2050510"/>
                </a:moveTo>
                <a:lnTo>
                  <a:pt x="2050512" y="0"/>
                </a:lnTo>
                <a:lnTo>
                  <a:pt x="3177271" y="1126759"/>
                </a:lnTo>
                <a:lnTo>
                  <a:pt x="3177271" y="2104393"/>
                </a:lnTo>
                <a:lnTo>
                  <a:pt x="0" y="2104393"/>
                </a:lnTo>
                <a:close/>
              </a:path>
            </a:pathLst>
          </a:custGeom>
          <a:blipFill rotWithShape="0">
            <a:blip r:embed="rId2"/>
            <a:stretch>
              <a:fillRect l="-8996" t="-998" r="-79996" b="-7998"/>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2" name="Google Shape;82;p12"/>
          <p:cNvSpPr/>
          <p:nvPr/>
        </p:nvSpPr>
        <p:spPr>
          <a:xfrm rot="2700000">
            <a:off x="9941571" y="3085654"/>
            <a:ext cx="3177271" cy="3177271"/>
          </a:xfrm>
          <a:custGeom>
            <a:avLst/>
            <a:gdLst/>
            <a:ahLst/>
            <a:cxnLst/>
            <a:rect l="l" t="t" r="r" b="b"/>
            <a:pathLst>
              <a:path w="3177271" h="3177271" extrusionOk="0">
                <a:moveTo>
                  <a:pt x="0" y="0"/>
                </a:moveTo>
                <a:lnTo>
                  <a:pt x="935918" y="0"/>
                </a:lnTo>
                <a:lnTo>
                  <a:pt x="3177271" y="2241353"/>
                </a:lnTo>
                <a:lnTo>
                  <a:pt x="3177271" y="3177271"/>
                </a:lnTo>
                <a:lnTo>
                  <a:pt x="0" y="3177271"/>
                </a:lnTo>
                <a:close/>
              </a:path>
            </a:pathLst>
          </a:custGeom>
          <a:blipFill rotWithShape="0">
            <a:blip r:embed="rId3"/>
            <a:stretch>
              <a:fillRect l="-22998" r="-62996" b="-7999"/>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3" name="Google Shape;83;p12"/>
          <p:cNvSpPr/>
          <p:nvPr/>
        </p:nvSpPr>
        <p:spPr>
          <a:xfrm rot="2700000">
            <a:off x="5245728" y="-1604723"/>
            <a:ext cx="3177271" cy="3177271"/>
          </a:xfrm>
          <a:custGeom>
            <a:avLst/>
            <a:gdLst/>
            <a:ahLst/>
            <a:cxnLst/>
            <a:rect l="l" t="t" r="r" b="b"/>
            <a:pathLst>
              <a:path w="3177271" h="3177271" extrusionOk="0">
                <a:moveTo>
                  <a:pt x="0" y="3166723"/>
                </a:moveTo>
                <a:lnTo>
                  <a:pt x="3166723" y="0"/>
                </a:lnTo>
                <a:lnTo>
                  <a:pt x="3177271" y="0"/>
                </a:lnTo>
                <a:lnTo>
                  <a:pt x="3177271" y="3177271"/>
                </a:lnTo>
                <a:lnTo>
                  <a:pt x="0" y="3177271"/>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4" name="Google Shape;84;p12"/>
          <p:cNvSpPr/>
          <p:nvPr/>
        </p:nvSpPr>
        <p:spPr>
          <a:xfrm rot="2700000">
            <a:off x="11783801" y="1930927"/>
            <a:ext cx="816398" cy="816398"/>
          </a:xfrm>
          <a:custGeom>
            <a:avLst/>
            <a:gdLst/>
            <a:ahLst/>
            <a:cxnLst/>
            <a:rect l="l" t="t" r="r" b="b"/>
            <a:pathLst>
              <a:path w="816398" h="816398" extrusionOk="0">
                <a:moveTo>
                  <a:pt x="0" y="0"/>
                </a:moveTo>
                <a:lnTo>
                  <a:pt x="816398" y="816398"/>
                </a:lnTo>
                <a:lnTo>
                  <a:pt x="0" y="816398"/>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5" name="Google Shape;85;p12"/>
          <p:cNvSpPr/>
          <p:nvPr/>
        </p:nvSpPr>
        <p:spPr>
          <a:xfrm rot="2700000">
            <a:off x="-445673" y="6210246"/>
            <a:ext cx="1716663" cy="414787"/>
          </a:xfrm>
          <a:custGeom>
            <a:avLst/>
            <a:gdLst/>
            <a:ahLst/>
            <a:cxnLst/>
            <a:rect l="l" t="t" r="r" b="b"/>
            <a:pathLst>
              <a:path w="1716663" h="414787" extrusionOk="0">
                <a:moveTo>
                  <a:pt x="0" y="0"/>
                </a:moveTo>
                <a:lnTo>
                  <a:pt x="1716663" y="0"/>
                </a:lnTo>
                <a:lnTo>
                  <a:pt x="1301876" y="414787"/>
                </a:lnTo>
                <a:lnTo>
                  <a:pt x="414787" y="414787"/>
                </a:lnTo>
                <a:close/>
              </a:path>
            </a:pathLst>
          </a:cu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6" name="Google Shape;86;p12"/>
          <p:cNvSpPr/>
          <p:nvPr/>
        </p:nvSpPr>
        <p:spPr>
          <a:xfrm rot="2700000">
            <a:off x="-337104" y="6508630"/>
            <a:ext cx="925070" cy="462535"/>
          </a:xfrm>
          <a:custGeom>
            <a:avLst/>
            <a:gdLst/>
            <a:ahLst/>
            <a:cxnLst/>
            <a:rect l="l" t="t" r="r" b="b"/>
            <a:pathLst>
              <a:path w="925070" h="462535" extrusionOk="0">
                <a:moveTo>
                  <a:pt x="0" y="0"/>
                </a:moveTo>
                <a:lnTo>
                  <a:pt x="925070" y="0"/>
                </a:lnTo>
                <a:lnTo>
                  <a:pt x="462535" y="462535"/>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cxnSp>
        <p:nvCxnSpPr>
          <p:cNvPr id="87" name="Google Shape;87;p12"/>
          <p:cNvCxnSpPr/>
          <p:nvPr/>
        </p:nvCxnSpPr>
        <p:spPr>
          <a:xfrm>
            <a:off x="5574890" y="1386348"/>
            <a:ext cx="1259473" cy="1259473"/>
          </a:xfrm>
          <a:prstGeom prst="straightConnector1">
            <a:avLst/>
          </a:prstGeom>
          <a:noFill/>
          <a:ln w="9525" cap="flat" cmpd="sng">
            <a:solidFill>
              <a:srgbClr val="FFC001"/>
            </a:solidFill>
            <a:prstDash val="solid"/>
            <a:miter lim="800000"/>
            <a:headEnd type="none" w="sm" len="sm"/>
            <a:tailEnd type="none" w="sm" len="sm"/>
          </a:ln>
        </p:spPr>
      </p:cxnSp>
      <p:cxnSp>
        <p:nvCxnSpPr>
          <p:cNvPr id="88" name="Google Shape;88;p12"/>
          <p:cNvCxnSpPr/>
          <p:nvPr/>
        </p:nvCxnSpPr>
        <p:spPr>
          <a:xfrm>
            <a:off x="6635502" y="2282916"/>
            <a:ext cx="1259473" cy="1259473"/>
          </a:xfrm>
          <a:prstGeom prst="straightConnector1">
            <a:avLst/>
          </a:prstGeom>
          <a:noFill/>
          <a:ln w="9525" cap="flat" cmpd="sng">
            <a:solidFill>
              <a:srgbClr val="3A3A3A"/>
            </a:solidFill>
            <a:prstDash val="solid"/>
            <a:miter lim="800000"/>
            <a:headEnd type="none" w="sm" len="sm"/>
            <a:tailEnd type="none" w="sm" len="sm"/>
          </a:ln>
        </p:spPr>
      </p:cxnSp>
      <p:sp>
        <p:nvSpPr>
          <p:cNvPr id="89" name="Google Shape;89;p12"/>
          <p:cNvSpPr/>
          <p:nvPr/>
        </p:nvSpPr>
        <p:spPr>
          <a:xfrm rot="2700000">
            <a:off x="11958528" y="6511803"/>
            <a:ext cx="307527" cy="532977"/>
          </a:xfrm>
          <a:custGeom>
            <a:avLst/>
            <a:gdLst/>
            <a:ahLst/>
            <a:cxnLst/>
            <a:rect l="l" t="t" r="r" b="b"/>
            <a:pathLst>
              <a:path w="307527" h="532977" extrusionOk="0">
                <a:moveTo>
                  <a:pt x="0" y="0"/>
                </a:moveTo>
                <a:lnTo>
                  <a:pt x="307527" y="307527"/>
                </a:lnTo>
                <a:lnTo>
                  <a:pt x="82077" y="532977"/>
                </a:lnTo>
                <a:lnTo>
                  <a:pt x="0" y="532977"/>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cxnSp>
        <p:nvCxnSpPr>
          <p:cNvPr id="90" name="Google Shape;90;p12"/>
          <p:cNvCxnSpPr/>
          <p:nvPr/>
        </p:nvCxnSpPr>
        <p:spPr>
          <a:xfrm>
            <a:off x="8490519" y="4133042"/>
            <a:ext cx="3014169" cy="2959980"/>
          </a:xfrm>
          <a:prstGeom prst="straightConnector1">
            <a:avLst/>
          </a:prstGeom>
          <a:noFill/>
          <a:ln w="9525" cap="flat" cmpd="sng">
            <a:solidFill>
              <a:srgbClr val="FFC001"/>
            </a:solidFill>
            <a:prstDash val="solid"/>
            <a:miter lim="800000"/>
            <a:headEnd type="none" w="sm" len="sm"/>
            <a:tailEnd type="none" w="sm" len="sm"/>
          </a:ln>
        </p:spPr>
      </p:cxnSp>
      <p:sp>
        <p:nvSpPr>
          <p:cNvPr id="91" name="Google Shape;91;p12"/>
          <p:cNvSpPr txBox="1">
            <a:spLocks noGrp="1"/>
          </p:cNvSpPr>
          <p:nvPr>
            <p:ph type="ctrTitle" idx="4294967295"/>
          </p:nvPr>
        </p:nvSpPr>
        <p:spPr>
          <a:xfrm>
            <a:off x="277495" y="2544445"/>
            <a:ext cx="6557100" cy="18123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333333"/>
              </a:buClr>
              <a:buSzPts val="3600"/>
              <a:buFont typeface="微软雅黑" panose="020B0503020204020204" charset="-122"/>
              <a:buNone/>
            </a:pPr>
            <a:r>
              <a:rPr lang="zh-CN" altLang="zh-CN" sz="3600" dirty="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城市医院用血实时联网平台</a:t>
            </a:r>
            <a:endParaRPr lang="zh-CN" altLang="zh-CN" sz="3600" dirty="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92" name="Google Shape;92;p12" descr="矢量智能对象"/>
          <p:cNvPicPr preferRelativeResize="0"/>
          <p:nvPr/>
        </p:nvPicPr>
        <p:blipFill rotWithShape="1">
          <a:blip r:embed="rId4"/>
          <a:srcRect/>
          <a:stretch>
            <a:fillRect/>
          </a:stretch>
        </p:blipFill>
        <p:spPr>
          <a:xfrm>
            <a:off x="1306830" y="5820410"/>
            <a:ext cx="2693670" cy="4908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86740" y="404495"/>
            <a:ext cx="6515100" cy="584200"/>
            <a:chOff x="586740" y="404495"/>
            <a:chExt cx="6515100" cy="584200"/>
          </a:xfrm>
        </p:grpSpPr>
        <p:sp>
          <p:nvSpPr>
            <p:cNvPr id="3" name="TextBox 15"/>
            <p:cNvSpPr txBox="1">
              <a:spLocks noChangeArrowheads="1"/>
            </p:cNvSpPr>
            <p:nvPr>
              <p:custDataLst>
                <p:tags r:id="rId1"/>
              </p:custDataLst>
            </p:nvPr>
          </p:nvSpPr>
          <p:spPr bwMode="auto">
            <a:xfrm>
              <a:off x="1127760" y="404495"/>
              <a:ext cx="597408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lnSpc>
                  <a:spcPct val="90000"/>
                </a:lnSpc>
                <a:spcBef>
                  <a:spcPts val="1800"/>
                </a:spcBef>
                <a:buClr>
                  <a:schemeClr val="accent1"/>
                </a:buClr>
                <a:buSzPct val="80000"/>
                <a:buFont typeface="Wingdings" panose="05000000000000000000" pitchFamily="2" charset="2"/>
                <a:buChar char="±"/>
                <a:defRPr sz="2000">
                  <a:solidFill>
                    <a:schemeClr val="accent2"/>
                  </a:solidFill>
                  <a:latin typeface="Arial" panose="020B0604020202020204" pitchFamily="34" charset="0"/>
                  <a:ea typeface="黑体" panose="02010609060101010101" pitchFamily="49" charset="-122"/>
                </a:defRPr>
              </a:lvl1pPr>
              <a:lvl2pPr marL="742950" indent="-285750">
                <a:lnSpc>
                  <a:spcPct val="130000"/>
                </a:lnSpc>
                <a:buFont typeface="Calibri" panose="020F0502020204030204" pitchFamily="34" charset="0"/>
                <a:buChar char=" "/>
                <a:defRPr sz="1600">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500"/>
                </a:spcBef>
                <a:buFont typeface="Calibri" panose="020F0502020204030204" pitchFamily="34" charset="0"/>
                <a:buChar char="•"/>
                <a:defRPr sz="2000">
                  <a:solidFill>
                    <a:srgbClr val="7F7F7F"/>
                  </a:solidFill>
                  <a:latin typeface="Arial" panose="020B0604020202020204" pitchFamily="34" charset="0"/>
                  <a:ea typeface="幼圆" panose="02010509060101010101" pitchFamily="49" charset="-122"/>
                </a:defRPr>
              </a:lvl3pPr>
              <a:lvl4pPr marL="1600200" indent="-228600">
                <a:lnSpc>
                  <a:spcPct val="90000"/>
                </a:lnSpc>
                <a:spcBef>
                  <a:spcPts val="500"/>
                </a:spcBef>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4pPr>
              <a:lvl5pPr marL="2057400" indent="-228600">
                <a:lnSpc>
                  <a:spcPct val="90000"/>
                </a:lnSpc>
                <a:spcBef>
                  <a:spcPts val="500"/>
                </a:spcBef>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5pPr>
              <a:lvl6pPr marL="25146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6pPr>
              <a:lvl7pPr marL="29718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7pPr>
              <a:lvl8pPr marL="34290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8pPr>
              <a:lvl9pPr marL="38862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9pPr>
            </a:lstStyle>
            <a:p>
              <a:pPr>
                <a:lnSpc>
                  <a:spcPct val="150000"/>
                </a:lnSpc>
                <a:spcBef>
                  <a:spcPct val="0"/>
                </a:spcBef>
                <a:buClrTx/>
                <a:buSzTx/>
                <a:buNone/>
              </a:pPr>
              <a:r>
                <a:rPr lang="zh-CN" altLang="en-US" sz="2400" b="1" dirty="0">
                  <a:solidFill>
                    <a:srgbClr val="DC5C31"/>
                  </a:solidFill>
                  <a:latin typeface="微软雅黑" panose="020B0503020204020204" charset="-122"/>
                  <a:ea typeface="微软雅黑" panose="020B0503020204020204" charset="-122"/>
                  <a:cs typeface="+mj-cs"/>
                </a:rPr>
                <a:t>城市医院用血实时</a:t>
              </a:r>
              <a:r>
                <a:rPr lang="zh-CN" altLang="en-US" sz="2400" b="1" dirty="0">
                  <a:solidFill>
                    <a:srgbClr val="DC5C31"/>
                  </a:solidFill>
                  <a:latin typeface="微软雅黑" panose="020B0503020204020204" charset="-122"/>
                  <a:ea typeface="微软雅黑" panose="020B0503020204020204" charset="-122"/>
                  <a:cs typeface="+mj-cs"/>
                </a:rPr>
                <a:t>联网平台</a:t>
              </a:r>
              <a:r>
                <a:rPr lang="zh-CN" altLang="en-US" sz="2400" dirty="0">
                  <a:solidFill>
                    <a:srgbClr val="3A3A3A"/>
                  </a:solidFill>
                  <a:latin typeface="微软雅黑" panose="020B0503020204020204" charset="-122"/>
                  <a:ea typeface="微软雅黑" panose="020B0503020204020204" charset="-122"/>
                  <a:cs typeface="+mj-cs"/>
                </a:rPr>
                <a:t>简介</a:t>
              </a:r>
              <a:endParaRPr lang="zh-CN" altLang="en-US" sz="2400" dirty="0">
                <a:solidFill>
                  <a:srgbClr val="3A3A3A"/>
                </a:solidFill>
                <a:latin typeface="微软雅黑" panose="020B0503020204020204" charset="-122"/>
                <a:ea typeface="微软雅黑" panose="020B0503020204020204" charset="-122"/>
                <a:cs typeface="+mj-cs"/>
              </a:endParaRPr>
            </a:p>
          </p:txBody>
        </p:sp>
        <p:sp>
          <p:nvSpPr>
            <p:cNvPr id="4" name="KSO_Shape"/>
            <p:cNvSpPr/>
            <p:nvPr/>
          </p:nvSpPr>
          <p:spPr>
            <a:xfrm>
              <a:off x="586740" y="465575"/>
              <a:ext cx="429260" cy="461525"/>
            </a:xfrm>
            <a:prstGeom prst="homePlate">
              <a:avLst>
                <a:gd name="adj" fmla="val 32249"/>
              </a:avLst>
            </a:prstGeom>
            <a:solidFill>
              <a:srgbClr val="3A3A3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400">
                <a:solidFill>
                  <a:srgbClr val="FFFFFF"/>
                </a:solidFill>
              </a:endParaRPr>
            </a:p>
          </p:txBody>
        </p:sp>
      </p:grpSp>
      <p:sp>
        <p:nvSpPr>
          <p:cNvPr id="6" name="矩形 5"/>
          <p:cNvSpPr/>
          <p:nvPr/>
        </p:nvSpPr>
        <p:spPr>
          <a:xfrm>
            <a:off x="1126490" y="2501900"/>
            <a:ext cx="4537075" cy="2802255"/>
          </a:xfrm>
          <a:prstGeom prst="rect">
            <a:avLst/>
          </a:prstGeom>
        </p:spPr>
        <p:txBody>
          <a:bodyPr wrap="square">
            <a:spAutoFit/>
          </a:bodyPr>
          <a:lstStyle/>
          <a:p>
            <a:pPr algn="just">
              <a:lnSpc>
                <a:spcPct val="140000"/>
              </a:lnSpc>
              <a:spcBef>
                <a:spcPct val="0"/>
              </a:spcBef>
            </a:pPr>
            <a:r>
              <a:rPr lang="en-US" altLang="zh-CN" dirty="0">
                <a:solidFill>
                  <a:srgbClr val="333333"/>
                </a:solidFill>
                <a:latin typeface="Arial" panose="020B0604020202020204" pitchFamily="34" charset="0"/>
                <a:ea typeface="微软雅黑" panose="020B0503020204020204" charset="-122"/>
              </a:rPr>
              <a:t>       </a:t>
            </a:r>
            <a:r>
              <a:rPr lang="zh-CN" altLang="en-US" dirty="0">
                <a:solidFill>
                  <a:srgbClr val="333333"/>
                </a:solidFill>
                <a:latin typeface="Arial" panose="020B0604020202020204" pitchFamily="34" charset="0"/>
                <a:ea typeface="微软雅黑" panose="020B0503020204020204" charset="-122"/>
              </a:rPr>
              <a:t>城市医院用血实时</a:t>
            </a:r>
            <a:r>
              <a:rPr lang="zh-CN" altLang="en-US" dirty="0">
                <a:solidFill>
                  <a:srgbClr val="333333"/>
                </a:solidFill>
                <a:latin typeface="Arial" panose="020B0604020202020204" pitchFamily="34" charset="0"/>
                <a:ea typeface="微软雅黑" panose="020B0503020204020204" charset="-122"/>
              </a:rPr>
              <a:t>联网平台是一套实现城市级医院的临床用血信息和实时联网管理的系统，并对临床用血情况进行科学有效分析和指导。</a:t>
            </a:r>
            <a:endParaRPr lang="zh-CN" altLang="en-US" dirty="0">
              <a:solidFill>
                <a:srgbClr val="333333"/>
              </a:solidFill>
              <a:latin typeface="Arial" panose="020B0604020202020204" pitchFamily="34" charset="0"/>
              <a:ea typeface="微软雅黑" panose="020B0503020204020204" charset="-122"/>
            </a:endParaRPr>
          </a:p>
          <a:p>
            <a:pPr algn="just">
              <a:lnSpc>
                <a:spcPct val="140000"/>
              </a:lnSpc>
              <a:spcBef>
                <a:spcPct val="0"/>
              </a:spcBef>
            </a:pPr>
            <a:endParaRPr lang="en-US" altLang="zh-CN" dirty="0">
              <a:solidFill>
                <a:srgbClr val="333333"/>
              </a:solidFill>
              <a:latin typeface="Arial" panose="020B0604020202020204" pitchFamily="34" charset="0"/>
              <a:ea typeface="微软雅黑" panose="020B0503020204020204" charset="-122"/>
            </a:endParaRPr>
          </a:p>
          <a:p>
            <a:pPr algn="just">
              <a:lnSpc>
                <a:spcPct val="140000"/>
              </a:lnSpc>
              <a:spcBef>
                <a:spcPct val="0"/>
              </a:spcBef>
            </a:pPr>
            <a:r>
              <a:rPr lang="zh-CN" altLang="en-US" dirty="0">
                <a:solidFill>
                  <a:srgbClr val="333333"/>
                </a:solidFill>
                <a:latin typeface="Arial" panose="020B0604020202020204" pitchFamily="34" charset="0"/>
                <a:ea typeface="微软雅黑" panose="020B0503020204020204" charset="-122"/>
              </a:rPr>
              <a:t>      将血液全过程质量管理延伸到临床用血，实现对全市临床用血信息的全方位监控。</a:t>
            </a:r>
            <a:endParaRPr lang="zh-CN" altLang="en-US" dirty="0">
              <a:solidFill>
                <a:srgbClr val="333333"/>
              </a:solidFill>
              <a:latin typeface="Arial" panose="020B0604020202020204" pitchFamily="34" charset="0"/>
              <a:ea typeface="微软雅黑" panose="020B0503020204020204" charset="-122"/>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762" y="1762261"/>
            <a:ext cx="5273929" cy="3510459"/>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86740" y="404495"/>
            <a:ext cx="4984750" cy="584200"/>
            <a:chOff x="586740" y="404495"/>
            <a:chExt cx="4984750" cy="584200"/>
          </a:xfrm>
        </p:grpSpPr>
        <p:sp>
          <p:nvSpPr>
            <p:cNvPr id="3" name="TextBox 15"/>
            <p:cNvSpPr txBox="1">
              <a:spLocks noChangeArrowheads="1"/>
            </p:cNvSpPr>
            <p:nvPr>
              <p:custDataLst>
                <p:tags r:id="rId1"/>
              </p:custDataLst>
            </p:nvPr>
          </p:nvSpPr>
          <p:spPr bwMode="auto">
            <a:xfrm>
              <a:off x="1127760" y="404495"/>
              <a:ext cx="444373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rmAutofit lnSpcReduction="20000"/>
            </a:bodyPr>
            <a:lstStyle>
              <a:lvl1pPr>
                <a:lnSpc>
                  <a:spcPct val="90000"/>
                </a:lnSpc>
                <a:spcBef>
                  <a:spcPts val="1800"/>
                </a:spcBef>
                <a:buClr>
                  <a:schemeClr val="accent1"/>
                </a:buClr>
                <a:buSzPct val="80000"/>
                <a:buFont typeface="Wingdings" panose="05000000000000000000" pitchFamily="2" charset="2"/>
                <a:buChar char="±"/>
                <a:defRPr sz="2000">
                  <a:solidFill>
                    <a:schemeClr val="accent2"/>
                  </a:solidFill>
                  <a:latin typeface="Arial" panose="020B0604020202020204" pitchFamily="34" charset="0"/>
                  <a:ea typeface="黑体" panose="02010609060101010101" pitchFamily="49" charset="-122"/>
                </a:defRPr>
              </a:lvl1pPr>
              <a:lvl2pPr marL="742950" indent="-285750">
                <a:lnSpc>
                  <a:spcPct val="130000"/>
                </a:lnSpc>
                <a:buFont typeface="Calibri" panose="020F0502020204030204" pitchFamily="34" charset="0"/>
                <a:buChar char=" "/>
                <a:defRPr sz="1600">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500"/>
                </a:spcBef>
                <a:buFont typeface="Calibri" panose="020F0502020204030204" pitchFamily="34" charset="0"/>
                <a:buChar char="•"/>
                <a:defRPr sz="2000">
                  <a:solidFill>
                    <a:srgbClr val="7F7F7F"/>
                  </a:solidFill>
                  <a:latin typeface="Arial" panose="020B0604020202020204" pitchFamily="34" charset="0"/>
                  <a:ea typeface="幼圆" panose="02010509060101010101" pitchFamily="49" charset="-122"/>
                </a:defRPr>
              </a:lvl3pPr>
              <a:lvl4pPr marL="1600200" indent="-228600">
                <a:lnSpc>
                  <a:spcPct val="90000"/>
                </a:lnSpc>
                <a:spcBef>
                  <a:spcPts val="500"/>
                </a:spcBef>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4pPr>
              <a:lvl5pPr marL="2057400" indent="-228600">
                <a:lnSpc>
                  <a:spcPct val="90000"/>
                </a:lnSpc>
                <a:spcBef>
                  <a:spcPts val="500"/>
                </a:spcBef>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5pPr>
              <a:lvl6pPr marL="25146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6pPr>
              <a:lvl7pPr marL="29718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7pPr>
              <a:lvl8pPr marL="34290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8pPr>
              <a:lvl9pPr marL="3886200" indent="-228600" fontAlgn="base">
                <a:lnSpc>
                  <a:spcPct val="90000"/>
                </a:lnSpc>
                <a:spcBef>
                  <a:spcPts val="500"/>
                </a:spcBef>
                <a:spcAft>
                  <a:spcPct val="0"/>
                </a:spcAft>
                <a:buFont typeface="Calibri" panose="020F0502020204030204" pitchFamily="34" charset="0"/>
                <a:buChar char="•"/>
                <a:defRPr>
                  <a:solidFill>
                    <a:srgbClr val="7F7F7F"/>
                  </a:solidFill>
                  <a:latin typeface="Arial" panose="020B0604020202020204" pitchFamily="34" charset="0"/>
                  <a:ea typeface="幼圆" panose="02010509060101010101" pitchFamily="49" charset="-122"/>
                </a:defRPr>
              </a:lvl9pPr>
            </a:lstStyle>
            <a:p>
              <a:pPr>
                <a:lnSpc>
                  <a:spcPct val="150000"/>
                </a:lnSpc>
                <a:spcBef>
                  <a:spcPct val="0"/>
                </a:spcBef>
                <a:buClrTx/>
                <a:buSzTx/>
                <a:buNone/>
              </a:pPr>
              <a:r>
                <a:rPr lang="zh-CN" altLang="en-US" sz="2800" b="1" dirty="0">
                  <a:solidFill>
                    <a:srgbClr val="DC5C31"/>
                  </a:solidFill>
                  <a:latin typeface="微软雅黑" panose="020B0503020204020204" charset="-122"/>
                  <a:ea typeface="微软雅黑" panose="020B0503020204020204" charset="-122"/>
                  <a:cs typeface="+mj-cs"/>
                </a:rPr>
                <a:t>血管到血管</a:t>
              </a:r>
              <a:endParaRPr lang="zh-CN" altLang="en-US" sz="2800" b="1" dirty="0">
                <a:solidFill>
                  <a:srgbClr val="DC5C31"/>
                </a:solidFill>
                <a:latin typeface="微软雅黑" panose="020B0503020204020204" charset="-122"/>
                <a:ea typeface="微软雅黑" panose="020B0503020204020204" charset="-122"/>
                <a:cs typeface="+mj-cs"/>
              </a:endParaRPr>
            </a:p>
          </p:txBody>
        </p:sp>
        <p:sp>
          <p:nvSpPr>
            <p:cNvPr id="4" name="KSO_Shape"/>
            <p:cNvSpPr/>
            <p:nvPr/>
          </p:nvSpPr>
          <p:spPr>
            <a:xfrm>
              <a:off x="586740" y="465575"/>
              <a:ext cx="429260" cy="461525"/>
            </a:xfrm>
            <a:prstGeom prst="homePlate">
              <a:avLst>
                <a:gd name="adj" fmla="val 32249"/>
              </a:avLst>
            </a:prstGeom>
            <a:solidFill>
              <a:srgbClr val="3A3A3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sp>
        <p:nvSpPr>
          <p:cNvPr id="5" name="Rectangle 2"/>
          <p:cNvSpPr>
            <a:spLocks noChangeArrowheads="1"/>
          </p:cNvSpPr>
          <p:nvPr/>
        </p:nvSpPr>
        <p:spPr bwMode="auto">
          <a:xfrm>
            <a:off x="1016000" y="24715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1394460" y="3601085"/>
          <a:ext cx="9733915" cy="2962910"/>
        </p:xfrm>
        <a:graphic>
          <a:graphicData uri="http://schemas.openxmlformats.org/presentationml/2006/ole">
            <mc:AlternateContent xmlns:mc="http://schemas.openxmlformats.org/markup-compatibility/2006">
              <mc:Choice xmlns:v="urn:schemas-microsoft-com:vml" Requires="v">
                <p:oleObj spid="_x0000_s1122" name="" r:id="rId2" imgW="10858500" imgH="3302000" progId="Visio.Drawing.15">
                  <p:embed/>
                </p:oleObj>
              </mc:Choice>
              <mc:Fallback>
                <p:oleObj name="" r:id="rId2" imgW="10858500" imgH="3302000"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4460" y="3601085"/>
                        <a:ext cx="9733915" cy="2962910"/>
                      </a:xfrm>
                      <a:prstGeom prst="rect">
                        <a:avLst/>
                      </a:prstGeom>
                      <a:noFill/>
                    </p:spPr>
                  </p:pic>
                </p:oleObj>
              </mc:Fallback>
            </mc:AlternateContent>
          </a:graphicData>
        </a:graphic>
      </p:graphicFrame>
      <p:sp>
        <p:nvSpPr>
          <p:cNvPr id="7" name="文本框 6"/>
          <p:cNvSpPr txBox="1"/>
          <p:nvPr/>
        </p:nvSpPr>
        <p:spPr>
          <a:xfrm>
            <a:off x="1127760" y="1182370"/>
            <a:ext cx="10054590" cy="1383665"/>
          </a:xfrm>
          <a:prstGeom prst="rect">
            <a:avLst/>
          </a:prstGeom>
          <a:noFill/>
        </p:spPr>
        <p:txBody>
          <a:bodyPr wrap="square" rtlCol="0">
            <a:spAutoFit/>
          </a:bodyPr>
          <a:lstStyle/>
          <a:p>
            <a:pPr>
              <a:lnSpc>
                <a:spcPct val="150000"/>
              </a:lnSpc>
              <a:buSzPct val="100000"/>
              <a:defRPr/>
            </a:pPr>
            <a:r>
              <a:rPr lang="zh-CN" altLang="en-US" b="1" dirty="0">
                <a:solidFill>
                  <a:schemeClr val="tx1">
                    <a:lumMod val="50000"/>
                  </a:schemeClr>
                </a:solidFill>
                <a:ea typeface="微软雅黑" panose="020B0503020204020204" charset="-122"/>
              </a:rPr>
              <a:t>全市血液信息联网共享和业务协同，形成完整的“血管到血管”的信息链，实现采供血与临床用血环节一体化管理。</a:t>
            </a:r>
            <a:endParaRPr lang="en-US" altLang="zh-CN" b="1" dirty="0">
              <a:solidFill>
                <a:schemeClr val="tx1">
                  <a:lumMod val="50000"/>
                </a:schemeClr>
              </a:solidFill>
              <a:ea typeface="微软雅黑" panose="020B0503020204020204" charset="-122"/>
            </a:endParaRPr>
          </a:p>
          <a:p>
            <a:pPr marL="285750" indent="-285750">
              <a:lnSpc>
                <a:spcPct val="150000"/>
              </a:lnSpc>
              <a:buSzPct val="100000"/>
              <a:buFont typeface="Wingdings" panose="05000000000000000000" pitchFamily="2" charset="2"/>
              <a:buChar char="Ø"/>
              <a:defRPr/>
            </a:pPr>
            <a:r>
              <a:rPr lang="zh-CN" altLang="en-US" b="1" dirty="0">
                <a:solidFill>
                  <a:schemeClr val="tx1">
                    <a:lumMod val="50000"/>
                  </a:schemeClr>
                </a:solidFill>
                <a:ea typeface="微软雅黑" panose="020B0503020204020204" charset="-122"/>
              </a:rPr>
              <a:t>血液追溯，保障血液安全</a:t>
            </a:r>
            <a:endParaRPr lang="en-US" altLang="zh-CN" b="1" dirty="0">
              <a:solidFill>
                <a:schemeClr val="tx1">
                  <a:lumMod val="50000"/>
                </a:schemeClr>
              </a:solidFill>
              <a:ea typeface="微软雅黑" panose="020B0503020204020204" charset="-122"/>
            </a:endParaRPr>
          </a:p>
          <a:p>
            <a:pPr marL="295275" indent="-295275">
              <a:lnSpc>
                <a:spcPct val="150000"/>
              </a:lnSpc>
              <a:buSzPct val="100000"/>
              <a:buFont typeface="Wingdings" panose="05000000000000000000" pitchFamily="2" charset="2"/>
              <a:buChar char="Ø"/>
              <a:defRPr/>
            </a:pPr>
            <a:r>
              <a:rPr lang="zh-CN" altLang="en-US" b="1" dirty="0">
                <a:solidFill>
                  <a:schemeClr val="tx1">
                    <a:lumMod val="50000"/>
                  </a:schemeClr>
                </a:solidFill>
                <a:ea typeface="微软雅黑" panose="020B0503020204020204" charset="-122"/>
              </a:rPr>
              <a:t>贯彻“合理用血”理念，避免血液浪费</a:t>
            </a:r>
            <a:endParaRPr lang="en-US" altLang="zh-CN" b="1" dirty="0">
              <a:solidFill>
                <a:schemeClr val="tx1">
                  <a:lumMod val="50000"/>
                </a:schemeClr>
              </a:solidFill>
              <a:ea typeface="微软雅黑" panose="020B0503020204020204" charset="-122"/>
            </a:endParaRPr>
          </a:p>
          <a:p>
            <a:pPr marL="285750" indent="-285750">
              <a:lnSpc>
                <a:spcPct val="150000"/>
              </a:lnSpc>
              <a:buSzPct val="100000"/>
              <a:buFont typeface="Wingdings" panose="05000000000000000000" pitchFamily="2" charset="2"/>
              <a:buChar char="Ø"/>
              <a:defRPr/>
            </a:pPr>
            <a:r>
              <a:rPr lang="zh-CN" altLang="en-US" b="1" dirty="0">
                <a:solidFill>
                  <a:schemeClr val="tx1">
                    <a:lumMod val="50000"/>
                  </a:schemeClr>
                </a:solidFill>
                <a:ea typeface="微软雅黑" panose="020B0503020204020204" charset="-122"/>
              </a:rPr>
              <a:t>统筹管理和监控，优化全市血液库存</a:t>
            </a:r>
            <a:endParaRPr lang="zh-CN" altLang="en-US" b="1" dirty="0">
              <a:solidFill>
                <a:schemeClr val="tx1">
                  <a:lumMod val="50000"/>
                </a:schemeClr>
              </a:solidFill>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3"/>
          <p:cNvSpPr txBox="1"/>
          <p:nvPr/>
        </p:nvSpPr>
        <p:spPr>
          <a:xfrm>
            <a:off x="2434457" y="830231"/>
            <a:ext cx="6806413" cy="558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sz="3600" b="1" i="0" u="none" strike="noStrike" cap="none">
                <a:solidFill>
                  <a:srgbClr val="AC411D"/>
                </a:solidFill>
                <a:latin typeface="DFKai-SB" panose="03000509000000000000" charset="-120"/>
                <a:ea typeface="DFKai-SB" panose="03000509000000000000" charset="-120"/>
                <a:cs typeface="DFKai-SB" panose="03000509000000000000" charset="-120"/>
                <a:sym typeface="DFKai-SB" panose="03000509000000000000" charset="-120"/>
              </a:rPr>
              <a:t>目录</a:t>
            </a:r>
            <a:endParaRPr lang="zh-CN" sz="3600" b="1" i="0" u="none" strike="noStrike" cap="none">
              <a:solidFill>
                <a:srgbClr val="AC411D"/>
              </a:solidFill>
              <a:latin typeface="DFKai-SB" panose="03000509000000000000" charset="-120"/>
              <a:ea typeface="DFKai-SB" panose="03000509000000000000" charset="-120"/>
              <a:cs typeface="DFKai-SB" panose="03000509000000000000" charset="-120"/>
              <a:sym typeface="DFKai-SB" panose="03000509000000000000" charset="-120"/>
            </a:endParaRPr>
          </a:p>
        </p:txBody>
      </p:sp>
      <p:sp>
        <p:nvSpPr>
          <p:cNvPr id="98" name="Google Shape;98;p13"/>
          <p:cNvSpPr/>
          <p:nvPr/>
        </p:nvSpPr>
        <p:spPr>
          <a:xfrm>
            <a:off x="3892550" y="2232750"/>
            <a:ext cx="7961993" cy="3785652"/>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141414"/>
              </a:buClr>
              <a:buSzPts val="3200"/>
              <a:buFont typeface="Arial" panose="020B0604020202020204"/>
              <a:buNone/>
            </a:pPr>
            <a:r>
              <a:rPr lang="zh-CN"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一、</a:t>
            </a:r>
            <a:r>
              <a:rPr lang="zh-CN" altLang="en-US"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安装</a:t>
            </a:r>
            <a:endParaRPr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a:p>
            <a:pPr marL="0" marR="0" lvl="0" indent="0" algn="l" rtl="0">
              <a:lnSpc>
                <a:spcPct val="150000"/>
              </a:lnSpc>
              <a:spcBef>
                <a:spcPts val="0"/>
              </a:spcBef>
              <a:spcAft>
                <a:spcPts val="0"/>
              </a:spcAft>
              <a:buClr>
                <a:srgbClr val="141414"/>
              </a:buClr>
              <a:buSzPts val="3200"/>
              <a:buFont typeface="Arial" panose="020B0604020202020204"/>
              <a:buNone/>
            </a:pPr>
            <a:r>
              <a:rPr lang="zh-CN"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二、参数</a:t>
            </a:r>
            <a:r>
              <a:rPr lang="zh-CN" altLang="en-US"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配置</a:t>
            </a:r>
            <a:endParaRPr lang="en-US" altLang="zh-CN" sz="3200"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a:p>
            <a:pPr marL="0" marR="0" lvl="0" indent="0" algn="l" rtl="0">
              <a:lnSpc>
                <a:spcPct val="150000"/>
              </a:lnSpc>
              <a:spcBef>
                <a:spcPts val="0"/>
              </a:spcBef>
              <a:spcAft>
                <a:spcPts val="0"/>
              </a:spcAft>
              <a:buClr>
                <a:srgbClr val="141414"/>
              </a:buClr>
              <a:buSzPts val="3200"/>
              <a:buFont typeface="Arial" panose="020B0604020202020204"/>
              <a:buNone/>
            </a:pPr>
            <a:r>
              <a:rPr lang="zh-CN"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三</a:t>
            </a:r>
            <a:r>
              <a:rPr lang="zh-CN" sz="3200"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、医院</a:t>
            </a:r>
            <a:r>
              <a:rPr lang="zh-CN" altLang="en-US" sz="3200"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流程</a:t>
            </a:r>
            <a:endParaRPr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a:p>
            <a:pPr marL="0" marR="0" lvl="0" indent="0" algn="l" rtl="0">
              <a:lnSpc>
                <a:spcPct val="150000"/>
              </a:lnSpc>
              <a:spcBef>
                <a:spcPts val="0"/>
              </a:spcBef>
              <a:spcAft>
                <a:spcPts val="0"/>
              </a:spcAft>
              <a:buClr>
                <a:srgbClr val="141414"/>
              </a:buClr>
              <a:buSzPts val="3200"/>
              <a:buFont typeface="Arial" panose="020B0604020202020204"/>
              <a:buNone/>
            </a:pPr>
            <a:r>
              <a:rPr lang="zh-CN"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四、</a:t>
            </a:r>
            <a:r>
              <a:rPr lang="zh-CN" sz="3200"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rPr>
              <a:t>答疑和课后测试</a:t>
            </a:r>
            <a:endParaRPr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a:p>
            <a:pPr marL="0" marR="0" lvl="0" indent="0" algn="l" rtl="0">
              <a:lnSpc>
                <a:spcPct val="150000"/>
              </a:lnSpc>
              <a:spcBef>
                <a:spcPts val="0"/>
              </a:spcBef>
              <a:spcAft>
                <a:spcPts val="0"/>
              </a:spcAft>
              <a:buClr>
                <a:schemeClr val="dk1"/>
              </a:buClr>
              <a:buSzPts val="3200"/>
              <a:buFont typeface="Arial" panose="020B0604020202020204"/>
              <a:buNone/>
            </a:pPr>
            <a:endParaRPr sz="3200" b="0" i="0" u="none" strike="noStrike" cap="none" dirty="0">
              <a:solidFill>
                <a:srgbClr val="141414"/>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4"/>
          <p:cNvSpPr/>
          <p:nvPr/>
        </p:nvSpPr>
        <p:spPr>
          <a:xfrm>
            <a:off x="2071466" y="2368458"/>
            <a:ext cx="10161905" cy="2543175"/>
          </a:xfrm>
          <a:custGeom>
            <a:avLst/>
            <a:gdLst/>
            <a:ahLst/>
            <a:cxnLst/>
            <a:rect l="l" t="t" r="r" b="b"/>
            <a:pathLst>
              <a:path w="16003" h="4005" extrusionOk="0">
                <a:moveTo>
                  <a:pt x="3879" y="8"/>
                </a:moveTo>
                <a:lnTo>
                  <a:pt x="16003" y="0"/>
                </a:lnTo>
                <a:lnTo>
                  <a:pt x="15928" y="4005"/>
                </a:lnTo>
                <a:lnTo>
                  <a:pt x="0" y="3985"/>
                </a:lnTo>
                <a:lnTo>
                  <a:pt x="3879" y="8"/>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4" name="Google Shape;104;p14"/>
          <p:cNvSpPr/>
          <p:nvPr/>
        </p:nvSpPr>
        <p:spPr>
          <a:xfrm>
            <a:off x="-237490" y="2332418"/>
            <a:ext cx="4284980" cy="2533650"/>
          </a:xfrm>
          <a:custGeom>
            <a:avLst/>
            <a:gdLst/>
            <a:ahLst/>
            <a:cxnLst/>
            <a:rect l="l" t="t" r="r" b="b"/>
            <a:pathLst>
              <a:path w="6748" h="3990" extrusionOk="0">
                <a:moveTo>
                  <a:pt x="60" y="30"/>
                </a:moveTo>
                <a:lnTo>
                  <a:pt x="6748" y="0"/>
                </a:lnTo>
                <a:lnTo>
                  <a:pt x="2869" y="3977"/>
                </a:lnTo>
                <a:lnTo>
                  <a:pt x="0" y="3990"/>
                </a:lnTo>
                <a:lnTo>
                  <a:pt x="60" y="30"/>
                </a:lnTo>
                <a:close/>
              </a:path>
            </a:pathLst>
          </a:cu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cxnSp>
        <p:nvCxnSpPr>
          <p:cNvPr id="105" name="Google Shape;105;p14"/>
          <p:cNvCxnSpPr/>
          <p:nvPr/>
        </p:nvCxnSpPr>
        <p:spPr>
          <a:xfrm flipH="1">
            <a:off x="1747616" y="1576282"/>
            <a:ext cx="3253421" cy="3335883"/>
          </a:xfrm>
          <a:prstGeom prst="straightConnector1">
            <a:avLst/>
          </a:prstGeom>
          <a:noFill/>
          <a:ln w="9525" cap="flat" cmpd="sng">
            <a:solidFill>
              <a:srgbClr val="FFC001"/>
            </a:solidFill>
            <a:prstDash val="solid"/>
            <a:miter lim="800000"/>
            <a:headEnd type="none" w="sm" len="sm"/>
            <a:tailEnd type="none" w="sm" len="sm"/>
          </a:ln>
        </p:spPr>
      </p:cxnSp>
      <p:cxnSp>
        <p:nvCxnSpPr>
          <p:cNvPr id="106" name="Google Shape;106;p14"/>
          <p:cNvCxnSpPr/>
          <p:nvPr/>
        </p:nvCxnSpPr>
        <p:spPr>
          <a:xfrm flipH="1">
            <a:off x="912016" y="3636089"/>
            <a:ext cx="2196516" cy="2252189"/>
          </a:xfrm>
          <a:prstGeom prst="straightConnector1">
            <a:avLst/>
          </a:prstGeom>
          <a:noFill/>
          <a:ln w="9525" cap="flat" cmpd="sng">
            <a:solidFill>
              <a:srgbClr val="3A3A3A"/>
            </a:solidFill>
            <a:prstDash val="solid"/>
            <a:miter lim="800000"/>
            <a:headEnd type="none" w="sm" len="sm"/>
            <a:tailEnd type="none" w="sm" len="sm"/>
          </a:ln>
        </p:spPr>
      </p:cxnSp>
      <p:cxnSp>
        <p:nvCxnSpPr>
          <p:cNvPr id="107" name="Google Shape;107;p14"/>
          <p:cNvCxnSpPr/>
          <p:nvPr/>
        </p:nvCxnSpPr>
        <p:spPr>
          <a:xfrm>
            <a:off x="2003425" y="5057775"/>
            <a:ext cx="1416050" cy="0"/>
          </a:xfrm>
          <a:prstGeom prst="straightConnector1">
            <a:avLst/>
          </a:prstGeom>
          <a:noFill/>
          <a:ln w="9525" cap="flat" cmpd="sng">
            <a:solidFill>
              <a:srgbClr val="FFC001"/>
            </a:solidFill>
            <a:prstDash val="solid"/>
            <a:miter lim="800000"/>
            <a:headEnd type="none" w="sm" len="sm"/>
            <a:tailEnd type="none" w="sm" len="sm"/>
          </a:ln>
        </p:spPr>
      </p:cxnSp>
      <p:sp>
        <p:nvSpPr>
          <p:cNvPr id="108" name="Google Shape;108;p14"/>
          <p:cNvSpPr/>
          <p:nvPr/>
        </p:nvSpPr>
        <p:spPr>
          <a:xfrm>
            <a:off x="4800600" y="3147060"/>
            <a:ext cx="6323330" cy="904875"/>
          </a:xfrm>
          <a:prstGeom prst="roundRect">
            <a:avLst>
              <a:gd name="adj" fmla="val 50000"/>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9" name="Google Shape;109;p14"/>
          <p:cNvSpPr/>
          <p:nvPr/>
        </p:nvSpPr>
        <p:spPr>
          <a:xfrm>
            <a:off x="5808980" y="3338830"/>
            <a:ext cx="4306570" cy="52197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zh-CN" altLang="en-US" sz="2800" b="1" i="0" u="none" strike="noStrike" cap="none" dirty="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安装</a:t>
            </a:r>
            <a:endParaRPr sz="2800" b="1" i="0" u="none" strike="noStrike" cap="none" dirty="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0" name="Google Shape;110;p14"/>
          <p:cNvSpPr txBox="1"/>
          <p:nvPr/>
        </p:nvSpPr>
        <p:spPr>
          <a:xfrm>
            <a:off x="693560" y="2909291"/>
            <a:ext cx="686904" cy="11068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CN" sz="6600" b="1" i="0" u="none" strike="noStrike" cap="none">
                <a:solidFill>
                  <a:schemeClr val="lt1"/>
                </a:solidFill>
                <a:latin typeface="Arial" panose="020B0604020202020204"/>
                <a:ea typeface="Arial" panose="020B0604020202020204"/>
                <a:cs typeface="Arial" panose="020B0604020202020204"/>
                <a:sym typeface="Arial" panose="020B0604020202020204"/>
              </a:rPr>
              <a:t>1</a:t>
            </a:r>
            <a:endParaRPr lang="zh-CN" sz="6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txBox="1"/>
          <p:nvPr/>
        </p:nvSpPr>
        <p:spPr>
          <a:xfrm>
            <a:off x="1238742" y="371484"/>
            <a:ext cx="7435358" cy="584200"/>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C001"/>
              </a:buClr>
              <a:buSzPts val="2800"/>
              <a:buFont typeface="Noto Sans Symbols"/>
              <a:buNone/>
            </a:pPr>
            <a:r>
              <a:rPr lang="zh-CN" altLang="en-US" sz="2800" b="1" i="0" u="none" strike="noStrike"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安装简介</a:t>
            </a:r>
            <a:endParaRPr sz="2800" b="1" i="0" u="none" strike="noStrike"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4" name="图片 3"/>
          <p:cNvPicPr>
            <a:picLocks noChangeAspect="1"/>
          </p:cNvPicPr>
          <p:nvPr>
            <p:custDataLst>
              <p:tags r:id="rId1"/>
            </p:custDataLst>
          </p:nvPr>
        </p:nvPicPr>
        <p:blipFill>
          <a:blip r:embed="rId2"/>
          <a:stretch>
            <a:fillRect/>
          </a:stretch>
        </p:blipFill>
        <p:spPr>
          <a:xfrm>
            <a:off x="441960" y="1625600"/>
            <a:ext cx="5762625" cy="233426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6937375" y="32385"/>
            <a:ext cx="3282950" cy="6825615"/>
          </a:xfrm>
          <a:prstGeom prst="rect">
            <a:avLst/>
          </a:prstGeom>
        </p:spPr>
      </p:pic>
      <p:pic>
        <p:nvPicPr>
          <p:cNvPr id="2" name="图片 1"/>
          <p:cNvPicPr>
            <a:picLocks noChangeAspect="1"/>
          </p:cNvPicPr>
          <p:nvPr>
            <p:custDataLst>
              <p:tags r:id="rId5"/>
            </p:custDataLst>
          </p:nvPr>
        </p:nvPicPr>
        <p:blipFill>
          <a:blip r:embed="rId6"/>
          <a:stretch>
            <a:fillRect/>
          </a:stretch>
        </p:blipFill>
        <p:spPr>
          <a:xfrm>
            <a:off x="553085" y="4250690"/>
            <a:ext cx="5248275" cy="2171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txBox="1"/>
          <p:nvPr/>
        </p:nvSpPr>
        <p:spPr>
          <a:xfrm>
            <a:off x="1238742" y="371484"/>
            <a:ext cx="7435358" cy="584200"/>
          </a:xfrm>
          <a:prstGeom prst="rect">
            <a:avLst/>
          </a:prstGeom>
          <a:noFill/>
          <a:ln>
            <a:noFill/>
          </a:ln>
        </p:spPr>
        <p:txBody>
          <a:bodyPr spcFirstLastPara="1" wrap="square" lIns="0" tIns="0" rIns="0" bIns="0" anchor="ctr" anchorCtr="0">
            <a:normAutofit/>
          </a:bodyPr>
          <a:lstStyle/>
          <a:p>
            <a:pPr marL="0" marR="0" lvl="0" indent="0" algn="l" rtl="0">
              <a:lnSpc>
                <a:spcPct val="90000"/>
              </a:lnSpc>
              <a:spcBef>
                <a:spcPts val="0"/>
              </a:spcBef>
              <a:spcAft>
                <a:spcPts val="0"/>
              </a:spcAft>
              <a:buClr>
                <a:srgbClr val="FFC001"/>
              </a:buClr>
              <a:buSzPts val="2800"/>
              <a:buFont typeface="Noto Sans Symbols"/>
              <a:buNone/>
            </a:pPr>
            <a:r>
              <a:rPr lang="zh-CN" altLang="en-US" sz="2800" b="1" i="0" u="none" strike="noStrike"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安装简介</a:t>
            </a:r>
            <a:endParaRPr sz="2800" b="1" i="0" u="none" strike="noStrike"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789305" y="1296035"/>
            <a:ext cx="4064000" cy="2461260"/>
          </a:xfrm>
          <a:prstGeom prst="rect">
            <a:avLst/>
          </a:prstGeom>
          <a:noFill/>
        </p:spPr>
        <p:txBody>
          <a:bodyPr wrap="square" rtlCol="0">
            <a:spAutoFit/>
          </a:bodyPr>
          <a:p>
            <a:r>
              <a:rPr lang="zh-CN" altLang="en-US"/>
              <a:t>把docker-offline 上传到/</a:t>
            </a:r>
            <a:r>
              <a:rPr lang="en-US" altLang="zh-CN"/>
              <a:t>data</a:t>
            </a:r>
            <a:r>
              <a:rPr lang="zh-CN" altLang="en-US"/>
              <a:t>目录下面</a:t>
            </a:r>
            <a:endParaRPr lang="zh-CN" altLang="en-US"/>
          </a:p>
          <a:p>
            <a:r>
              <a:rPr lang="zh-CN" altLang="en-US"/>
              <a:t>cd /</a:t>
            </a:r>
            <a:r>
              <a:rPr lang="en-US" altLang="zh-CN"/>
              <a:t>data</a:t>
            </a:r>
            <a:r>
              <a:rPr lang="zh-CN" altLang="en-US"/>
              <a:t>/docker-offline/</a:t>
            </a:r>
            <a:endParaRPr lang="zh-CN" altLang="en-US"/>
          </a:p>
          <a:p>
            <a:r>
              <a:rPr lang="zh-CN" altLang="en-US"/>
              <a:t>tar xf docker-17.03.1-ce.tgz</a:t>
            </a:r>
            <a:endParaRPr lang="zh-CN" altLang="en-US"/>
          </a:p>
          <a:p>
            <a:r>
              <a:rPr lang="zh-CN" altLang="en-US"/>
              <a:t>cp docker/docker* /usr/bin</a:t>
            </a:r>
            <a:endParaRPr lang="zh-CN" altLang="en-US"/>
          </a:p>
          <a:p>
            <a:r>
              <a:rPr lang="zh-CN" altLang="en-US"/>
              <a:t>cp docker.service </a:t>
            </a:r>
            <a:endParaRPr lang="zh-CN" altLang="en-US"/>
          </a:p>
          <a:p>
            <a:r>
              <a:rPr lang="zh-CN" altLang="en-US"/>
              <a:t>/usr/lib/systemd/system/docker.service</a:t>
            </a:r>
            <a:endParaRPr lang="zh-CN" altLang="en-US"/>
          </a:p>
          <a:p>
            <a:r>
              <a:rPr lang="zh-CN" altLang="en-US"/>
              <a:t>systemctl enable docker</a:t>
            </a:r>
            <a:endParaRPr lang="zh-CN" altLang="en-US"/>
          </a:p>
          <a:p>
            <a:r>
              <a:rPr lang="zh-CN" altLang="en-US"/>
              <a:t>systemctl start docker</a:t>
            </a:r>
            <a:endParaRPr lang="zh-CN" altLang="en-US"/>
          </a:p>
          <a:p>
            <a:r>
              <a:rPr lang="zh-CN" altLang="en-US"/>
              <a:t>docker -v</a:t>
            </a:r>
            <a:endParaRPr lang="zh-CN" altLang="en-US"/>
          </a:p>
          <a:p>
            <a:r>
              <a:rPr lang="zh-CN" altLang="en-US"/>
              <a:t>出现下面字符代表docker离线安装完成</a:t>
            </a:r>
            <a:endParaRPr lang="zh-CN" altLang="en-US"/>
          </a:p>
          <a:p>
            <a:r>
              <a:rPr lang="zh-CN" altLang="en-US"/>
              <a:t>Docker version 17.03.1-ce, build c6d412e</a:t>
            </a:r>
            <a:endParaRPr lang="zh-CN" altLang="en-US"/>
          </a:p>
        </p:txBody>
      </p:sp>
      <p:sp>
        <p:nvSpPr>
          <p:cNvPr id="5" name="文本框 4"/>
          <p:cNvSpPr txBox="1"/>
          <p:nvPr/>
        </p:nvSpPr>
        <p:spPr>
          <a:xfrm>
            <a:off x="6642100" y="1206500"/>
            <a:ext cx="4064000" cy="2461260"/>
          </a:xfrm>
          <a:prstGeom prst="rect">
            <a:avLst/>
          </a:prstGeom>
          <a:noFill/>
        </p:spPr>
        <p:txBody>
          <a:bodyPr wrap="square" rtlCol="0">
            <a:spAutoFit/>
          </a:bodyPr>
          <a:p>
            <a:r>
              <a:rPr lang="zh-CN" altLang="en-US"/>
              <a:t>docker-compose安装</a:t>
            </a:r>
            <a:endParaRPr lang="zh-CN" altLang="en-US"/>
          </a:p>
          <a:p>
            <a:r>
              <a:rPr lang="zh-CN" altLang="en-US"/>
              <a:t>把docker-compose文件夹上传到/</a:t>
            </a:r>
            <a:r>
              <a:rPr lang="en-US" altLang="zh-CN"/>
              <a:t>data</a:t>
            </a:r>
            <a:r>
              <a:rPr lang="zh-CN" altLang="en-US"/>
              <a:t>目录下面</a:t>
            </a:r>
            <a:endParaRPr lang="zh-CN" altLang="en-US"/>
          </a:p>
          <a:p>
            <a:r>
              <a:rPr lang="zh-CN" altLang="en-US"/>
              <a:t>cd /</a:t>
            </a:r>
            <a:r>
              <a:rPr lang="en-US" altLang="zh-CN"/>
              <a:t>data</a:t>
            </a:r>
            <a:r>
              <a:rPr lang="zh-CN" altLang="en-US"/>
              <a:t>/docker-compose/</a:t>
            </a:r>
            <a:endParaRPr lang="zh-CN" altLang="en-US"/>
          </a:p>
          <a:p>
            <a:r>
              <a:rPr lang="zh-CN" altLang="en-US"/>
              <a:t>1 复制docker-compose安装包到 /usr/local/bin  下</a:t>
            </a:r>
            <a:endParaRPr lang="zh-CN" altLang="en-US"/>
          </a:p>
          <a:p>
            <a:r>
              <a:rPr lang="zh-CN" altLang="en-US"/>
              <a:t>cp docker-compose /usr/local/bin</a:t>
            </a:r>
            <a:endParaRPr lang="zh-CN" altLang="en-US"/>
          </a:p>
          <a:p>
            <a:r>
              <a:rPr lang="zh-CN" altLang="en-US"/>
              <a:t>2 添加可执行权限 </a:t>
            </a:r>
            <a:endParaRPr lang="zh-CN" altLang="en-US"/>
          </a:p>
          <a:p>
            <a:r>
              <a:rPr lang="zh-CN" altLang="en-US"/>
              <a:t>chmod +x /usr/local/bin/docker-compose</a:t>
            </a:r>
            <a:endParaRPr lang="zh-CN" altLang="en-US"/>
          </a:p>
          <a:p>
            <a:r>
              <a:rPr lang="zh-CN" altLang="en-US"/>
              <a:t>3测试安装结果 </a:t>
            </a:r>
            <a:endParaRPr lang="zh-CN" altLang="en-US"/>
          </a:p>
          <a:p>
            <a:r>
              <a:rPr lang="zh-CN" altLang="en-US"/>
              <a:t>docker-compose --version </a:t>
            </a:r>
            <a:endParaRPr lang="zh-CN" altLang="en-US"/>
          </a:p>
          <a:p>
            <a:r>
              <a:rPr lang="zh-CN" altLang="en-US"/>
              <a:t>返回以下结果就是安装成功</a:t>
            </a:r>
            <a:endParaRPr lang="zh-CN" altLang="en-US"/>
          </a:p>
          <a:p>
            <a:r>
              <a:rPr lang="zh-CN" altLang="en-US"/>
              <a:t>docker-compose version 1.23.1, build 1719ceb</a:t>
            </a:r>
            <a:endParaRPr lang="zh-CN" altLang="en-US"/>
          </a:p>
        </p:txBody>
      </p:sp>
      <p:sp>
        <p:nvSpPr>
          <p:cNvPr id="3" name="文本框 2"/>
          <p:cNvSpPr txBox="1"/>
          <p:nvPr>
            <p:custDataLst>
              <p:tags r:id="rId1"/>
            </p:custDataLst>
          </p:nvPr>
        </p:nvSpPr>
        <p:spPr>
          <a:xfrm>
            <a:off x="6530340" y="4474210"/>
            <a:ext cx="4751070" cy="1599565"/>
          </a:xfrm>
          <a:prstGeom prst="rect">
            <a:avLst/>
          </a:prstGeom>
          <a:noFill/>
        </p:spPr>
        <p:txBody>
          <a:bodyPr wrap="square" rtlCol="0">
            <a:spAutoFit/>
          </a:bodyPr>
          <a:p>
            <a:r>
              <a:rPr lang="en-US" altLang="zh-CN"/>
              <a:t>sudo docker load &lt; /data/mysql-5738.tar</a:t>
            </a:r>
            <a:endParaRPr lang="en-US" altLang="zh-CN"/>
          </a:p>
          <a:p>
            <a:endParaRPr lang="en-US" altLang="zh-CN"/>
          </a:p>
          <a:p>
            <a:r>
              <a:rPr lang="en-US" altLang="zh-CN"/>
              <a:t>sudo docker load &lt; /datal/java8.tar</a:t>
            </a:r>
            <a:endParaRPr lang="en-US" altLang="zh-CN"/>
          </a:p>
          <a:p>
            <a:endParaRPr lang="en-US" altLang="zh-CN"/>
          </a:p>
          <a:p>
            <a:r>
              <a:rPr lang="en-US" altLang="zh-CN"/>
              <a:t>sudo docker load &lt; /data/redis-703.tar</a:t>
            </a:r>
            <a:endParaRPr lang="en-US" altLang="zh-CN"/>
          </a:p>
          <a:p>
            <a:endParaRPr lang="en-US" altLang="zh-CN"/>
          </a:p>
          <a:p>
            <a:r>
              <a:rPr lang="en-US" altLang="zh-CN"/>
              <a:t>sudo docker load &lt; /data/resty.tar</a:t>
            </a:r>
            <a:endParaRPr lang="en-US" altLang="zh-CN"/>
          </a:p>
        </p:txBody>
      </p:sp>
      <p:pic>
        <p:nvPicPr>
          <p:cNvPr id="4" name="图片 -2147482619"/>
          <p:cNvPicPr>
            <a:picLocks noChangeAspect="1"/>
          </p:cNvPicPr>
          <p:nvPr>
            <p:custDataLst>
              <p:tags r:id="rId2"/>
            </p:custDataLst>
          </p:nvPr>
        </p:nvPicPr>
        <p:blipFill>
          <a:blip r:embed="rId3"/>
          <a:stretch>
            <a:fillRect/>
          </a:stretch>
        </p:blipFill>
        <p:spPr>
          <a:xfrm>
            <a:off x="719455" y="4473893"/>
            <a:ext cx="5270500" cy="145097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txBox="1"/>
          <p:nvPr/>
        </p:nvSpPr>
        <p:spPr>
          <a:xfrm>
            <a:off x="1238742" y="371484"/>
            <a:ext cx="7435358" cy="584200"/>
          </a:xfrm>
          <a:prstGeom prst="rect">
            <a:avLst/>
          </a:prstGeom>
          <a:noFill/>
          <a:ln>
            <a:noFill/>
          </a:ln>
        </p:spPr>
        <p:txBody>
          <a:bodyPr spcFirstLastPara="1" wrap="square" lIns="0" tIns="0" rIns="0" bIns="0" anchor="ctr" anchorCtr="0">
            <a:normAutofit/>
          </a:bodyPr>
          <a:lstStyle/>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安装简介</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4" name="图片 3"/>
          <p:cNvPicPr>
            <a:picLocks noChangeAspect="1"/>
          </p:cNvPicPr>
          <p:nvPr>
            <p:custDataLst>
              <p:tags r:id="rId1"/>
            </p:custDataLst>
          </p:nvPr>
        </p:nvPicPr>
        <p:blipFill>
          <a:blip r:embed="rId2"/>
          <a:stretch>
            <a:fillRect/>
          </a:stretch>
        </p:blipFill>
        <p:spPr>
          <a:xfrm>
            <a:off x="670560" y="1920240"/>
            <a:ext cx="5676900" cy="2552700"/>
          </a:xfrm>
          <a:prstGeom prst="rect">
            <a:avLst/>
          </a:prstGeom>
        </p:spPr>
      </p:pic>
      <p:sp>
        <p:nvSpPr>
          <p:cNvPr id="5" name="文本框 4"/>
          <p:cNvSpPr txBox="1"/>
          <p:nvPr/>
        </p:nvSpPr>
        <p:spPr>
          <a:xfrm>
            <a:off x="928370" y="1284605"/>
            <a:ext cx="2870200" cy="306705"/>
          </a:xfrm>
          <a:prstGeom prst="rect">
            <a:avLst/>
          </a:prstGeom>
          <a:noFill/>
        </p:spPr>
        <p:txBody>
          <a:bodyPr wrap="square" rtlCol="0">
            <a:spAutoFit/>
          </a:bodyPr>
          <a:p>
            <a:r>
              <a:rPr lang="en-US" altLang="zh-CN"/>
              <a:t>sh deploy-sa.sh</a:t>
            </a:r>
            <a:endParaRPr lang="en-US" altLang="zh-CN"/>
          </a:p>
        </p:txBody>
      </p:sp>
      <p:pic>
        <p:nvPicPr>
          <p:cNvPr id="6" name="图片 5"/>
          <p:cNvPicPr>
            <a:picLocks noChangeAspect="1"/>
          </p:cNvPicPr>
          <p:nvPr>
            <p:custDataLst>
              <p:tags r:id="rId3"/>
            </p:custDataLst>
          </p:nvPr>
        </p:nvPicPr>
        <p:blipFill>
          <a:blip r:embed="rId4"/>
          <a:stretch>
            <a:fillRect/>
          </a:stretch>
        </p:blipFill>
        <p:spPr>
          <a:xfrm>
            <a:off x="7038340" y="62230"/>
            <a:ext cx="4500880" cy="6523990"/>
          </a:xfrm>
          <a:prstGeom prst="rect">
            <a:avLst/>
          </a:prstGeom>
        </p:spPr>
      </p:pic>
      <p:sp>
        <p:nvSpPr>
          <p:cNvPr id="7" name="文本框 6"/>
          <p:cNvSpPr txBox="1"/>
          <p:nvPr/>
        </p:nvSpPr>
        <p:spPr>
          <a:xfrm>
            <a:off x="553085" y="5538470"/>
            <a:ext cx="5607685" cy="306705"/>
          </a:xfrm>
          <a:prstGeom prst="rect">
            <a:avLst/>
          </a:prstGeom>
          <a:noFill/>
        </p:spPr>
        <p:txBody>
          <a:bodyPr wrap="square" rtlCol="0">
            <a:spAutoFit/>
          </a:bodyPr>
          <a:p>
            <a:r>
              <a:rPr lang="zh-CN" altLang="en-US" b="1"/>
              <a:t>所有容器启动完成以后运行数据库脚本，并部署静态</a:t>
            </a:r>
            <a:r>
              <a:rPr lang="en-US" altLang="zh-CN" b="1"/>
              <a:t>页面</a:t>
            </a:r>
            <a:endParaRPr lang="zh-C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txBox="1"/>
          <p:nvPr/>
        </p:nvSpPr>
        <p:spPr>
          <a:xfrm>
            <a:off x="1238742" y="371484"/>
            <a:ext cx="7435358" cy="584200"/>
          </a:xfrm>
          <a:prstGeom prst="rect">
            <a:avLst/>
          </a:prstGeom>
          <a:noFill/>
          <a:ln>
            <a:noFill/>
          </a:ln>
        </p:spPr>
        <p:txBody>
          <a:bodyPr spcFirstLastPara="1" wrap="square" lIns="0" tIns="0" rIns="0" bIns="0" anchor="ctr" anchorCtr="0">
            <a:normAutofit/>
          </a:bodyPr>
          <a:lstStyle/>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安装简介</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 name="图片 1"/>
          <p:cNvPicPr>
            <a:picLocks noChangeAspect="1"/>
          </p:cNvPicPr>
          <p:nvPr>
            <p:custDataLst>
              <p:tags r:id="rId1"/>
            </p:custDataLst>
          </p:nvPr>
        </p:nvPicPr>
        <p:blipFill>
          <a:blip r:embed="rId2"/>
          <a:stretch>
            <a:fillRect/>
          </a:stretch>
        </p:blipFill>
        <p:spPr>
          <a:xfrm>
            <a:off x="491490" y="1419860"/>
            <a:ext cx="11209020" cy="4714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6"/>
          <p:cNvSpPr/>
          <p:nvPr/>
        </p:nvSpPr>
        <p:spPr>
          <a:xfrm>
            <a:off x="2071466" y="2368458"/>
            <a:ext cx="10161905" cy="2543175"/>
          </a:xfrm>
          <a:custGeom>
            <a:avLst/>
            <a:gdLst/>
            <a:ahLst/>
            <a:cxnLst/>
            <a:rect l="l" t="t" r="r" b="b"/>
            <a:pathLst>
              <a:path w="16003" h="4005" extrusionOk="0">
                <a:moveTo>
                  <a:pt x="3879" y="8"/>
                </a:moveTo>
                <a:lnTo>
                  <a:pt x="16003" y="0"/>
                </a:lnTo>
                <a:lnTo>
                  <a:pt x="15928" y="4005"/>
                </a:lnTo>
                <a:lnTo>
                  <a:pt x="0" y="3985"/>
                </a:lnTo>
                <a:lnTo>
                  <a:pt x="3879" y="8"/>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4" name="Google Shape;124;p16"/>
          <p:cNvSpPr/>
          <p:nvPr/>
        </p:nvSpPr>
        <p:spPr>
          <a:xfrm>
            <a:off x="0" y="2332355"/>
            <a:ext cx="4047490" cy="2533650"/>
          </a:xfrm>
          <a:custGeom>
            <a:avLst/>
            <a:gdLst/>
            <a:ahLst/>
            <a:cxnLst/>
            <a:rect l="l" t="t" r="r" b="b"/>
            <a:pathLst>
              <a:path w="6748" h="3990" extrusionOk="0">
                <a:moveTo>
                  <a:pt x="60" y="30"/>
                </a:moveTo>
                <a:lnTo>
                  <a:pt x="6748" y="0"/>
                </a:lnTo>
                <a:lnTo>
                  <a:pt x="2869" y="3977"/>
                </a:lnTo>
                <a:lnTo>
                  <a:pt x="0" y="3990"/>
                </a:lnTo>
                <a:lnTo>
                  <a:pt x="60" y="30"/>
                </a:lnTo>
                <a:close/>
              </a:path>
            </a:pathLst>
          </a:cu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cxnSp>
        <p:nvCxnSpPr>
          <p:cNvPr id="125" name="Google Shape;125;p16"/>
          <p:cNvCxnSpPr/>
          <p:nvPr/>
        </p:nvCxnSpPr>
        <p:spPr>
          <a:xfrm flipH="1">
            <a:off x="1747616" y="1576282"/>
            <a:ext cx="3253421" cy="3335883"/>
          </a:xfrm>
          <a:prstGeom prst="straightConnector1">
            <a:avLst/>
          </a:prstGeom>
          <a:noFill/>
          <a:ln w="9525" cap="flat" cmpd="sng">
            <a:solidFill>
              <a:srgbClr val="FFC001"/>
            </a:solidFill>
            <a:prstDash val="solid"/>
            <a:miter lim="800000"/>
            <a:headEnd type="none" w="sm" len="sm"/>
            <a:tailEnd type="none" w="sm" len="sm"/>
          </a:ln>
        </p:spPr>
      </p:cxnSp>
      <p:cxnSp>
        <p:nvCxnSpPr>
          <p:cNvPr id="126" name="Google Shape;126;p16"/>
          <p:cNvCxnSpPr/>
          <p:nvPr/>
        </p:nvCxnSpPr>
        <p:spPr>
          <a:xfrm flipH="1">
            <a:off x="912016" y="3636089"/>
            <a:ext cx="2196516" cy="2252189"/>
          </a:xfrm>
          <a:prstGeom prst="straightConnector1">
            <a:avLst/>
          </a:prstGeom>
          <a:noFill/>
          <a:ln w="9525" cap="flat" cmpd="sng">
            <a:solidFill>
              <a:srgbClr val="3A3A3A"/>
            </a:solidFill>
            <a:prstDash val="solid"/>
            <a:miter lim="800000"/>
            <a:headEnd type="none" w="sm" len="sm"/>
            <a:tailEnd type="none" w="sm" len="sm"/>
          </a:ln>
        </p:spPr>
      </p:cxnSp>
      <p:cxnSp>
        <p:nvCxnSpPr>
          <p:cNvPr id="127" name="Google Shape;127;p16"/>
          <p:cNvCxnSpPr/>
          <p:nvPr/>
        </p:nvCxnSpPr>
        <p:spPr>
          <a:xfrm>
            <a:off x="2003425" y="5057775"/>
            <a:ext cx="1416050" cy="0"/>
          </a:xfrm>
          <a:prstGeom prst="straightConnector1">
            <a:avLst/>
          </a:prstGeom>
          <a:noFill/>
          <a:ln w="9525" cap="flat" cmpd="sng">
            <a:solidFill>
              <a:srgbClr val="FFC001"/>
            </a:solidFill>
            <a:prstDash val="solid"/>
            <a:miter lim="800000"/>
            <a:headEnd type="none" w="sm" len="sm"/>
            <a:tailEnd type="none" w="sm" len="sm"/>
          </a:ln>
        </p:spPr>
      </p:cxnSp>
      <p:sp>
        <p:nvSpPr>
          <p:cNvPr id="128" name="Google Shape;128;p16"/>
          <p:cNvSpPr/>
          <p:nvPr/>
        </p:nvSpPr>
        <p:spPr>
          <a:xfrm>
            <a:off x="4801235" y="3147060"/>
            <a:ext cx="6640195" cy="904875"/>
          </a:xfrm>
          <a:prstGeom prst="roundRect">
            <a:avLst>
              <a:gd name="adj" fmla="val 50000"/>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9" name="Google Shape;129;p16"/>
          <p:cNvSpPr/>
          <p:nvPr/>
        </p:nvSpPr>
        <p:spPr>
          <a:xfrm>
            <a:off x="5160645" y="3276600"/>
            <a:ext cx="5922010" cy="52322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zh-CN" altLang="en-US" sz="3600" b="1" i="0" u="none" strike="noStrike" cap="none" dirty="0">
                <a:solidFill>
                  <a:schemeClr val="dk2"/>
                </a:solidFill>
                <a:latin typeface="微软雅黑" panose="020B0503020204020204" charset="-122"/>
                <a:ea typeface="微软雅黑" panose="020B0503020204020204" charset="-122"/>
                <a:cs typeface="微软雅黑" panose="020B0503020204020204" charset="-122"/>
                <a:sym typeface="微软雅黑" panose="020B0503020204020204" charset="-122"/>
              </a:rPr>
              <a:t>参数配置</a:t>
            </a:r>
            <a:endParaRPr sz="3600" b="1" i="0" u="none" strike="noStrike" cap="none" dirty="0">
              <a:solidFill>
                <a:schemeClr val="dk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0" name="Google Shape;130;p16"/>
          <p:cNvSpPr txBox="1"/>
          <p:nvPr/>
        </p:nvSpPr>
        <p:spPr>
          <a:xfrm>
            <a:off x="693560" y="2909291"/>
            <a:ext cx="686904" cy="11068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CN" sz="6600" b="1" i="0" u="none" strike="noStrike" cap="none">
                <a:solidFill>
                  <a:schemeClr val="lt1"/>
                </a:solidFill>
                <a:latin typeface="Arial" panose="020B0604020202020204"/>
                <a:ea typeface="Arial" panose="020B0604020202020204"/>
                <a:cs typeface="Arial" panose="020B0604020202020204"/>
                <a:sym typeface="Arial" panose="020B0604020202020204"/>
              </a:rPr>
              <a:t>2</a:t>
            </a:r>
            <a:endParaRPr lang="zh-CN" sz="6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文本框 1"/>
          <p:cNvSpPr txBox="1"/>
          <p:nvPr/>
        </p:nvSpPr>
        <p:spPr>
          <a:xfrm>
            <a:off x="995680" y="1422400"/>
            <a:ext cx="4064000" cy="521970"/>
          </a:xfrm>
          <a:prstGeom prst="rect">
            <a:avLst/>
          </a:prstGeom>
          <a:noFill/>
        </p:spPr>
        <p:txBody>
          <a:bodyPr wrap="square" rtlCol="0">
            <a:spAutoFit/>
          </a:bodyPr>
          <a:p>
            <a:r>
              <a:rPr lang="zh-CN" altLang="en-US" b="1"/>
              <a:t>根据实际情况修改</a:t>
            </a:r>
            <a:r>
              <a:rPr lang="zh-CN" altLang="en-US"/>
              <a:t>/</a:t>
            </a:r>
            <a:r>
              <a:rPr lang="en-US" altLang="zh-CN"/>
              <a:t>data</a:t>
            </a:r>
            <a:r>
              <a:rPr lang="zh-CN" altLang="en-US"/>
              <a:t>/hospital/superv/config/application.yml文件</a:t>
            </a:r>
            <a:endParaRPr lang="zh-CN" altLang="en-US"/>
          </a:p>
        </p:txBody>
      </p:sp>
      <p:pic>
        <p:nvPicPr>
          <p:cNvPr id="3" name="图片 1"/>
          <p:cNvPicPr>
            <a:picLocks noChangeAspect="1"/>
          </p:cNvPicPr>
          <p:nvPr>
            <p:custDataLst>
              <p:tags r:id="rId3"/>
            </p:custDataLst>
          </p:nvPr>
        </p:nvPicPr>
        <p:blipFill>
          <a:blip r:embed="rId4"/>
          <a:stretch>
            <a:fillRect/>
          </a:stretch>
        </p:blipFill>
        <p:spPr>
          <a:xfrm>
            <a:off x="635635" y="2411095"/>
            <a:ext cx="7346950" cy="35864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业务系统配置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 name="文本框 4"/>
          <p:cNvSpPr txBox="1"/>
          <p:nvPr/>
        </p:nvSpPr>
        <p:spPr>
          <a:xfrm>
            <a:off x="1330960" y="1619250"/>
            <a:ext cx="8851265" cy="1599565"/>
          </a:xfrm>
          <a:prstGeom prst="rect">
            <a:avLst/>
          </a:prstGeom>
          <a:noFill/>
        </p:spPr>
        <p:txBody>
          <a:bodyPr wrap="square" rtlCol="0">
            <a:spAutoFit/>
          </a:bodyPr>
          <a:p>
            <a:r>
              <a:rPr lang="zh-CN" altLang="en-US"/>
              <a:t>设置接口账号（用于医院联网血站端</a:t>
            </a:r>
            <a:r>
              <a:rPr lang="en-US" altLang="zh-CN"/>
              <a:t>--</a:t>
            </a:r>
            <a:r>
              <a:rPr lang="zh-CN" altLang="en-US"/>
              <a:t>机构管理</a:t>
            </a:r>
            <a:r>
              <a:rPr lang="en-US" altLang="zh-CN"/>
              <a:t>--</a:t>
            </a:r>
            <a:r>
              <a:rPr lang="zh-CN" altLang="en-US"/>
              <a:t>医院联网账号）</a:t>
            </a:r>
            <a:endParaRPr lang="zh-CN" altLang="en-US"/>
          </a:p>
          <a:p>
            <a:endParaRPr lang="zh-CN" altLang="en-US"/>
          </a:p>
          <a:p>
            <a:r>
              <a:rPr lang="en-US" altLang="zh-CN"/>
              <a:t>1.</a:t>
            </a:r>
            <a:r>
              <a:rPr lang="zh-CN" altLang="en-US"/>
              <a:t>账号授权管理</a:t>
            </a:r>
            <a:r>
              <a:rPr lang="en-US" altLang="zh-CN"/>
              <a:t>--</a:t>
            </a:r>
            <a:r>
              <a:rPr lang="zh-CN" altLang="en-US">
                <a:ea typeface="宋体" panose="02010600030101010101" pitchFamily="2" charset="-122"/>
              </a:rPr>
              <a:t>权限管理</a:t>
            </a:r>
            <a:r>
              <a:rPr lang="en-US" altLang="zh-CN">
                <a:ea typeface="宋体" panose="02010600030101010101" pitchFamily="2" charset="-122"/>
              </a:rPr>
              <a:t> </a:t>
            </a:r>
            <a:r>
              <a:rPr lang="zh-CN" altLang="en-US">
                <a:ea typeface="宋体" panose="02010600030101010101" pitchFamily="2" charset="-122"/>
              </a:rPr>
              <a:t>添加医院联网角色</a:t>
            </a:r>
            <a:r>
              <a:rPr lang="en-US" altLang="zh-CN">
                <a:ea typeface="宋体" panose="02010600030101010101" pitchFamily="2" charset="-122"/>
              </a:rPr>
              <a:t> </a:t>
            </a:r>
            <a:r>
              <a:rPr lang="zh-CN" altLang="en-US">
                <a:ea typeface="宋体" panose="02010600030101010101" pitchFamily="2" charset="-122"/>
              </a:rPr>
              <a:t>具备操作权限的功能菜单</a:t>
            </a:r>
            <a:r>
              <a:rPr lang="en-US" altLang="zh-CN">
                <a:ea typeface="宋体" panose="02010600030101010101" pitchFamily="2" charset="-122"/>
              </a:rPr>
              <a:t> </a:t>
            </a:r>
            <a:r>
              <a:rPr lang="zh-CN" altLang="en-US">
                <a:ea typeface="宋体" panose="02010600030101010101" pitchFamily="2" charset="-122"/>
              </a:rPr>
              <a:t>勾选医院联网和成品库的预定管理</a:t>
            </a:r>
            <a:endParaRPr lang="zh-CN" altLang="en-US">
              <a:ea typeface="宋体" panose="02010600030101010101" pitchFamily="2" charset="-122"/>
            </a:endParaRPr>
          </a:p>
          <a:p>
            <a:endParaRPr lang="zh-CN" altLang="en-US">
              <a:ea typeface="宋体" panose="02010600030101010101" pitchFamily="2" charset="-122"/>
            </a:endParaRPr>
          </a:p>
          <a:p>
            <a:r>
              <a:rPr lang="zh-CN" altLang="en-US">
                <a:sym typeface="+mn-ea"/>
              </a:rPr>
              <a:t>账号授权管理</a:t>
            </a:r>
            <a:r>
              <a:rPr lang="en-US" altLang="zh-CN">
                <a:sym typeface="+mn-ea"/>
              </a:rPr>
              <a:t>--</a:t>
            </a:r>
            <a:r>
              <a:rPr lang="zh-CN" altLang="en-US">
                <a:ea typeface="宋体" panose="02010600030101010101" pitchFamily="2" charset="-122"/>
                <a:sym typeface="+mn-ea"/>
              </a:rPr>
              <a:t>用户管理</a:t>
            </a:r>
            <a:r>
              <a:rPr lang="en-US" altLang="zh-CN">
                <a:ea typeface="宋体" panose="02010600030101010101" pitchFamily="2" charset="-122"/>
                <a:sym typeface="+mn-ea"/>
              </a:rPr>
              <a:t> </a:t>
            </a:r>
            <a:r>
              <a:rPr lang="zh-CN" altLang="en-US">
                <a:ea typeface="宋体" panose="02010600030101010101" pitchFamily="2" charset="-122"/>
                <a:sym typeface="+mn-ea"/>
              </a:rPr>
              <a:t>添加医院用户</a:t>
            </a:r>
            <a:r>
              <a:rPr lang="en-US" altLang="zh-CN">
                <a:ea typeface="宋体" panose="02010600030101010101" pitchFamily="2" charset="-122"/>
                <a:sym typeface="+mn-ea"/>
              </a:rPr>
              <a:t> </a:t>
            </a:r>
            <a:r>
              <a:rPr lang="zh-CN" altLang="en-US">
                <a:ea typeface="宋体" panose="02010600030101010101" pitchFamily="2" charset="-122"/>
                <a:sym typeface="+mn-ea"/>
              </a:rPr>
              <a:t>账号类型选择</a:t>
            </a:r>
            <a:r>
              <a:rPr lang="en-US" altLang="zh-CN">
                <a:ea typeface="宋体" panose="02010600030101010101" pitchFamily="2" charset="-122"/>
                <a:sym typeface="+mn-ea"/>
              </a:rPr>
              <a:t> “</a:t>
            </a:r>
            <a:r>
              <a:rPr lang="zh-CN" altLang="en-US">
                <a:ea typeface="宋体" panose="02010600030101010101" pitchFamily="2" charset="-122"/>
                <a:sym typeface="+mn-ea"/>
              </a:rPr>
              <a:t>医院用户</a:t>
            </a:r>
            <a:r>
              <a:rPr lang="en-US" altLang="zh-CN">
                <a:ea typeface="宋体" panose="02010600030101010101" pitchFamily="2" charset="-122"/>
                <a:sym typeface="+mn-ea"/>
              </a:rPr>
              <a:t>”  </a:t>
            </a:r>
            <a:r>
              <a:rPr lang="zh-CN" altLang="en-US">
                <a:ea typeface="宋体" panose="02010600030101010101" pitchFamily="2" charset="-122"/>
                <a:sym typeface="+mn-ea"/>
              </a:rPr>
              <a:t>角色选择刚才创建的角色</a:t>
            </a:r>
            <a:endParaRPr lang="zh-CN" altLang="en-US">
              <a:ea typeface="宋体" panose="02010600030101010101" pitchFamily="2" charset="-122"/>
              <a:sym typeface="+mn-ea"/>
            </a:endParaRPr>
          </a:p>
          <a:p>
            <a:endParaRPr lang="zh-CN" altLang="en-US">
              <a:ea typeface="宋体" panose="02010600030101010101" pitchFamily="2" charset="-122"/>
              <a:sym typeface="+mn-ea"/>
            </a:endParaRPr>
          </a:p>
          <a:p>
            <a:r>
              <a:rPr lang="en-US" altLang="zh-CN">
                <a:ea typeface="宋体" panose="02010600030101010101" pitchFamily="2" charset="-122"/>
                <a:sym typeface="+mn-ea"/>
              </a:rPr>
              <a:t>2.</a:t>
            </a:r>
            <a:r>
              <a:rPr lang="zh-CN" altLang="en-US">
                <a:ea typeface="宋体" panose="02010600030101010101" pitchFamily="2" charset="-122"/>
                <a:sym typeface="+mn-ea"/>
              </a:rPr>
              <a:t>字典维护</a:t>
            </a:r>
            <a:r>
              <a:rPr lang="en-US" altLang="zh-CN">
                <a:ea typeface="宋体" panose="02010600030101010101" pitchFamily="2" charset="-122"/>
                <a:sym typeface="+mn-ea"/>
              </a:rPr>
              <a:t>--</a:t>
            </a:r>
            <a:r>
              <a:rPr lang="zh-CN" altLang="en-US">
                <a:ea typeface="宋体" panose="02010600030101010101" pitchFamily="2" charset="-122"/>
                <a:sym typeface="+mn-ea"/>
              </a:rPr>
              <a:t>用血单位</a:t>
            </a:r>
            <a:r>
              <a:rPr lang="en-US" altLang="zh-CN">
                <a:ea typeface="宋体" panose="02010600030101010101" pitchFamily="2" charset="-122"/>
                <a:sym typeface="+mn-ea"/>
              </a:rPr>
              <a:t>--</a:t>
            </a:r>
            <a:r>
              <a:rPr lang="zh-CN" altLang="en-US">
                <a:ea typeface="宋体" panose="02010600030101010101" pitchFamily="2" charset="-122"/>
                <a:sym typeface="+mn-ea"/>
              </a:rPr>
              <a:t>用血单位</a:t>
            </a:r>
            <a:r>
              <a:rPr lang="en-US" altLang="zh-CN">
                <a:ea typeface="宋体" panose="02010600030101010101" pitchFamily="2" charset="-122"/>
                <a:sym typeface="+mn-ea"/>
              </a:rPr>
              <a:t> </a:t>
            </a:r>
            <a:r>
              <a:rPr lang="zh-CN" altLang="en-US">
                <a:ea typeface="宋体" panose="02010600030101010101" pitchFamily="2" charset="-122"/>
                <a:sym typeface="+mn-ea"/>
              </a:rPr>
              <a:t>找到所属的医院设置医院联网账号</a:t>
            </a:r>
            <a:endParaRPr lang="en-US" altLang="zh-CN">
              <a:ea typeface="宋体" panose="02010600030101010101" pitchFamily="2" charset="-122"/>
              <a:sym typeface="+mn-ea"/>
            </a:endParaRPr>
          </a:p>
        </p:txBody>
      </p:sp>
      <p:pic>
        <p:nvPicPr>
          <p:cNvPr id="2" name="图片 1"/>
          <p:cNvPicPr>
            <a:picLocks noChangeAspect="1"/>
          </p:cNvPicPr>
          <p:nvPr>
            <p:custDataLst>
              <p:tags r:id="rId3"/>
            </p:custDataLst>
          </p:nvPr>
        </p:nvPicPr>
        <p:blipFill>
          <a:blip r:embed="rId4"/>
          <a:stretch>
            <a:fillRect/>
          </a:stretch>
        </p:blipFill>
        <p:spPr>
          <a:xfrm>
            <a:off x="287020" y="3395345"/>
            <a:ext cx="3952875" cy="3462655"/>
          </a:xfrm>
          <a:prstGeom prst="rect">
            <a:avLst/>
          </a:prstGeom>
        </p:spPr>
      </p:pic>
      <p:pic>
        <p:nvPicPr>
          <p:cNvPr id="3" name="图片 2"/>
          <p:cNvPicPr>
            <a:picLocks noChangeAspect="1"/>
          </p:cNvPicPr>
          <p:nvPr>
            <p:custDataLst>
              <p:tags r:id="rId5"/>
            </p:custDataLst>
          </p:nvPr>
        </p:nvPicPr>
        <p:blipFill>
          <a:blip r:embed="rId6"/>
          <a:stretch>
            <a:fillRect/>
          </a:stretch>
        </p:blipFill>
        <p:spPr>
          <a:xfrm>
            <a:off x="4753610" y="3218815"/>
            <a:ext cx="5605780" cy="34505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医院联网血站端配置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 name="图片 1"/>
          <p:cNvPicPr>
            <a:picLocks noChangeAspect="1"/>
          </p:cNvPicPr>
          <p:nvPr>
            <p:custDataLst>
              <p:tags r:id="rId3"/>
            </p:custDataLst>
          </p:nvPr>
        </p:nvPicPr>
        <p:blipFill>
          <a:blip r:embed="rId4"/>
          <a:stretch>
            <a:fillRect/>
          </a:stretch>
        </p:blipFill>
        <p:spPr>
          <a:xfrm>
            <a:off x="302895" y="1445895"/>
            <a:ext cx="11586210" cy="24504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医院联网血站端配置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4" name="图片 3"/>
          <p:cNvPicPr>
            <a:picLocks noChangeAspect="1"/>
          </p:cNvPicPr>
          <p:nvPr>
            <p:custDataLst>
              <p:tags r:id="rId3"/>
            </p:custDataLst>
          </p:nvPr>
        </p:nvPicPr>
        <p:blipFill>
          <a:blip r:embed="rId4"/>
          <a:stretch>
            <a:fillRect/>
          </a:stretch>
        </p:blipFill>
        <p:spPr>
          <a:xfrm>
            <a:off x="553085" y="1161415"/>
            <a:ext cx="11446510" cy="5422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 name="图片 1"/>
          <p:cNvPicPr>
            <a:picLocks noChangeAspect="1"/>
          </p:cNvPicPr>
          <p:nvPr>
            <p:custDataLst>
              <p:tags r:id="rId3"/>
            </p:custDataLst>
          </p:nvPr>
        </p:nvPicPr>
        <p:blipFill>
          <a:blip r:embed="rId4"/>
          <a:stretch>
            <a:fillRect/>
          </a:stretch>
        </p:blipFill>
        <p:spPr>
          <a:xfrm>
            <a:off x="222250" y="-101600"/>
            <a:ext cx="11010265" cy="70154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3" name="图片 2"/>
          <p:cNvPicPr>
            <a:picLocks noChangeAspect="1"/>
          </p:cNvPicPr>
          <p:nvPr>
            <p:custDataLst>
              <p:tags r:id="rId3"/>
            </p:custDataLst>
          </p:nvPr>
        </p:nvPicPr>
        <p:blipFill>
          <a:blip r:embed="rId4"/>
          <a:stretch>
            <a:fillRect/>
          </a:stretch>
        </p:blipFill>
        <p:spPr>
          <a:xfrm>
            <a:off x="103505" y="955675"/>
            <a:ext cx="11839575" cy="55448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 name="图片 1"/>
          <p:cNvPicPr>
            <a:picLocks noChangeAspect="1"/>
          </p:cNvPicPr>
          <p:nvPr>
            <p:custDataLst>
              <p:tags r:id="rId3"/>
            </p:custDataLst>
          </p:nvPr>
        </p:nvPicPr>
        <p:blipFill>
          <a:blip r:embed="rId4"/>
          <a:stretch>
            <a:fillRect/>
          </a:stretch>
        </p:blipFill>
        <p:spPr>
          <a:xfrm>
            <a:off x="248920" y="81280"/>
            <a:ext cx="5781675" cy="6953250"/>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6679565" y="371475"/>
            <a:ext cx="4591050" cy="64198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医院联网医院端配置</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 name="文本框 2"/>
          <p:cNvSpPr txBox="1"/>
          <p:nvPr/>
        </p:nvSpPr>
        <p:spPr>
          <a:xfrm>
            <a:off x="1425575" y="1687830"/>
            <a:ext cx="8334375" cy="2030095"/>
          </a:xfrm>
          <a:prstGeom prst="rect">
            <a:avLst/>
          </a:prstGeom>
          <a:noFill/>
        </p:spPr>
        <p:txBody>
          <a:bodyPr wrap="square" rtlCol="0">
            <a:spAutoFit/>
          </a:bodyPr>
          <a:p>
            <a:r>
              <a:rPr lang="zh-CN" altLang="en-US">
                <a:ea typeface="宋体" panose="02010600030101010101" pitchFamily="2" charset="-122"/>
              </a:rPr>
              <a:t>注意事项：</a:t>
            </a:r>
            <a:endParaRPr lang="zh-CN" altLang="en-US">
              <a:ea typeface="宋体" panose="02010600030101010101" pitchFamily="2" charset="-122"/>
            </a:endParaRPr>
          </a:p>
          <a:p>
            <a:endParaRPr lang="en-US" altLang="zh-CN"/>
          </a:p>
          <a:p>
            <a:r>
              <a:rPr lang="en-US" altLang="zh-CN"/>
              <a:t>1.</a:t>
            </a:r>
            <a:r>
              <a:rPr lang="zh-CN" altLang="en-US">
                <a:ea typeface="宋体" panose="02010600030101010101" pitchFamily="2" charset="-122"/>
              </a:rPr>
              <a:t>医院端配置和血站端配置内容相同</a:t>
            </a:r>
            <a:endParaRPr lang="zh-CN" altLang="en-US">
              <a:ea typeface="宋体" panose="02010600030101010101" pitchFamily="2" charset="-122"/>
            </a:endParaRPr>
          </a:p>
          <a:p>
            <a:endParaRPr lang="zh-CN" altLang="en-US">
              <a:ea typeface="宋体" panose="02010600030101010101" pitchFamily="2" charset="-122"/>
            </a:endParaRPr>
          </a:p>
          <a:p>
            <a:r>
              <a:rPr lang="en-US" altLang="zh-CN">
                <a:ea typeface="宋体" panose="02010600030101010101" pitchFamily="2" charset="-122"/>
              </a:rPr>
              <a:t>2.</a:t>
            </a:r>
            <a:r>
              <a:rPr lang="zh-CN" altLang="en-US">
                <a:ea typeface="宋体" panose="02010600030101010101" pitchFamily="2" charset="-122"/>
              </a:rPr>
              <a:t>医院端机构添加医院的时候对接账号要使用血站端用户管理该医院的账号（该账号也是接口账号）</a:t>
            </a:r>
            <a:endParaRPr lang="zh-CN" altLang="en-US">
              <a:ea typeface="宋体" panose="02010600030101010101" pitchFamily="2" charset="-122"/>
            </a:endParaRPr>
          </a:p>
          <a:p>
            <a:endParaRPr lang="zh-CN" altLang="en-US">
              <a:ea typeface="宋体" panose="02010600030101010101" pitchFamily="2" charset="-122"/>
            </a:endParaRPr>
          </a:p>
          <a:p>
            <a:r>
              <a:rPr lang="en-US" altLang="zh-CN">
                <a:ea typeface="宋体" panose="02010600030101010101" pitchFamily="2" charset="-122"/>
              </a:rPr>
              <a:t>3.</a:t>
            </a:r>
            <a:r>
              <a:rPr lang="zh-CN" altLang="en-US">
                <a:ea typeface="宋体" panose="02010600030101010101" pitchFamily="2" charset="-122"/>
              </a:rPr>
              <a:t>标准版医院联网用户添加的时候最下方有个图片添加，可以添加签名图片</a:t>
            </a:r>
            <a:endParaRPr lang="zh-CN" altLang="en-US">
              <a:ea typeface="宋体" panose="02010600030101010101" pitchFamily="2" charset="-122"/>
            </a:endParaRPr>
          </a:p>
          <a:p>
            <a:endParaRPr lang="zh-CN" altLang="en-US">
              <a:ea typeface="宋体" panose="02010600030101010101" pitchFamily="2" charset="-122"/>
            </a:endParaRPr>
          </a:p>
          <a:p>
            <a:r>
              <a:rPr lang="en-US" altLang="zh-CN">
                <a:ea typeface="宋体" panose="02010600030101010101" pitchFamily="2" charset="-122"/>
              </a:rPr>
              <a:t>4.</a:t>
            </a:r>
            <a:r>
              <a:rPr lang="zh-CN" altLang="en-US">
                <a:ea typeface="宋体" panose="02010600030101010101" pitchFamily="2" charset="-122"/>
              </a:rPr>
              <a:t>测试一下与血站的接口和医院联网整体流程</a:t>
            </a:r>
            <a:endParaRPr lang="zh-CN" altLang="en-US">
              <a:ea typeface="宋体" panose="02010600030101010101" pitchFamily="2" charset="-122"/>
            </a:endParaRPr>
          </a:p>
        </p:txBody>
      </p:sp>
      <p:pic>
        <p:nvPicPr>
          <p:cNvPr id="4" name="图片 3"/>
          <p:cNvPicPr>
            <a:picLocks noChangeAspect="1"/>
          </p:cNvPicPr>
          <p:nvPr>
            <p:custDataLst>
              <p:tags r:id="rId3"/>
            </p:custDataLst>
          </p:nvPr>
        </p:nvPicPr>
        <p:blipFill>
          <a:blip r:embed="rId4"/>
          <a:stretch>
            <a:fillRect/>
          </a:stretch>
        </p:blipFill>
        <p:spPr>
          <a:xfrm>
            <a:off x="2098675" y="3798570"/>
            <a:ext cx="4505325" cy="2038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9"/>
          <p:cNvSpPr/>
          <p:nvPr/>
        </p:nvSpPr>
        <p:spPr>
          <a:xfrm>
            <a:off x="2071466" y="2368458"/>
            <a:ext cx="10161905" cy="2543175"/>
          </a:xfrm>
          <a:custGeom>
            <a:avLst/>
            <a:gdLst/>
            <a:ahLst/>
            <a:cxnLst/>
            <a:rect l="l" t="t" r="r" b="b"/>
            <a:pathLst>
              <a:path w="16003" h="4005" extrusionOk="0">
                <a:moveTo>
                  <a:pt x="3879" y="8"/>
                </a:moveTo>
                <a:lnTo>
                  <a:pt x="16003" y="0"/>
                </a:lnTo>
                <a:lnTo>
                  <a:pt x="15928" y="4005"/>
                </a:lnTo>
                <a:lnTo>
                  <a:pt x="0" y="3985"/>
                </a:lnTo>
                <a:lnTo>
                  <a:pt x="3879" y="8"/>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52" name="Google Shape;152;p19"/>
          <p:cNvSpPr/>
          <p:nvPr/>
        </p:nvSpPr>
        <p:spPr>
          <a:xfrm>
            <a:off x="-237490" y="2332418"/>
            <a:ext cx="4284980" cy="2533650"/>
          </a:xfrm>
          <a:custGeom>
            <a:avLst/>
            <a:gdLst/>
            <a:ahLst/>
            <a:cxnLst/>
            <a:rect l="l" t="t" r="r" b="b"/>
            <a:pathLst>
              <a:path w="6748" h="3990" extrusionOk="0">
                <a:moveTo>
                  <a:pt x="60" y="30"/>
                </a:moveTo>
                <a:lnTo>
                  <a:pt x="6748" y="0"/>
                </a:lnTo>
                <a:lnTo>
                  <a:pt x="2869" y="3977"/>
                </a:lnTo>
                <a:lnTo>
                  <a:pt x="0" y="3990"/>
                </a:lnTo>
                <a:lnTo>
                  <a:pt x="60" y="30"/>
                </a:lnTo>
                <a:close/>
              </a:path>
            </a:pathLst>
          </a:cu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cxnSp>
        <p:nvCxnSpPr>
          <p:cNvPr id="153" name="Google Shape;153;p19"/>
          <p:cNvCxnSpPr/>
          <p:nvPr/>
        </p:nvCxnSpPr>
        <p:spPr>
          <a:xfrm flipH="1">
            <a:off x="1747616" y="1576282"/>
            <a:ext cx="3253421" cy="3335883"/>
          </a:xfrm>
          <a:prstGeom prst="straightConnector1">
            <a:avLst/>
          </a:prstGeom>
          <a:noFill/>
          <a:ln w="9525" cap="flat" cmpd="sng">
            <a:solidFill>
              <a:srgbClr val="FFC001"/>
            </a:solidFill>
            <a:prstDash val="solid"/>
            <a:miter lim="800000"/>
            <a:headEnd type="none" w="sm" len="sm"/>
            <a:tailEnd type="none" w="sm" len="sm"/>
          </a:ln>
        </p:spPr>
      </p:cxnSp>
      <p:cxnSp>
        <p:nvCxnSpPr>
          <p:cNvPr id="154" name="Google Shape;154;p19"/>
          <p:cNvCxnSpPr/>
          <p:nvPr/>
        </p:nvCxnSpPr>
        <p:spPr>
          <a:xfrm flipH="1">
            <a:off x="912016" y="3636089"/>
            <a:ext cx="2196516" cy="2252189"/>
          </a:xfrm>
          <a:prstGeom prst="straightConnector1">
            <a:avLst/>
          </a:prstGeom>
          <a:noFill/>
          <a:ln w="9525" cap="flat" cmpd="sng">
            <a:solidFill>
              <a:srgbClr val="3A3A3A"/>
            </a:solidFill>
            <a:prstDash val="solid"/>
            <a:miter lim="800000"/>
            <a:headEnd type="none" w="sm" len="sm"/>
            <a:tailEnd type="none" w="sm" len="sm"/>
          </a:ln>
        </p:spPr>
      </p:cxnSp>
      <p:cxnSp>
        <p:nvCxnSpPr>
          <p:cNvPr id="155" name="Google Shape;155;p19"/>
          <p:cNvCxnSpPr/>
          <p:nvPr/>
        </p:nvCxnSpPr>
        <p:spPr>
          <a:xfrm>
            <a:off x="2003425" y="5057775"/>
            <a:ext cx="1416050" cy="0"/>
          </a:xfrm>
          <a:prstGeom prst="straightConnector1">
            <a:avLst/>
          </a:prstGeom>
          <a:noFill/>
          <a:ln w="9525" cap="flat" cmpd="sng">
            <a:solidFill>
              <a:srgbClr val="FFC001"/>
            </a:solidFill>
            <a:prstDash val="solid"/>
            <a:miter lim="800000"/>
            <a:headEnd type="none" w="sm" len="sm"/>
            <a:tailEnd type="none" w="sm" len="sm"/>
          </a:ln>
        </p:spPr>
      </p:cxnSp>
      <p:sp>
        <p:nvSpPr>
          <p:cNvPr id="156" name="Google Shape;156;p19"/>
          <p:cNvSpPr/>
          <p:nvPr/>
        </p:nvSpPr>
        <p:spPr>
          <a:xfrm>
            <a:off x="4800600" y="3147060"/>
            <a:ext cx="6323330" cy="904875"/>
          </a:xfrm>
          <a:prstGeom prst="roundRect">
            <a:avLst>
              <a:gd name="adj" fmla="val 50000"/>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57" name="Google Shape;157;p19"/>
          <p:cNvSpPr/>
          <p:nvPr/>
        </p:nvSpPr>
        <p:spPr>
          <a:xfrm>
            <a:off x="5808980" y="3338830"/>
            <a:ext cx="4306570" cy="52322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zh-CN" altLang="en-US" sz="2800" b="1" dirty="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医院联网流程</a:t>
            </a:r>
            <a:endParaRPr sz="2800" b="1" dirty="0">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8" name="Google Shape;158;p19"/>
          <p:cNvSpPr txBox="1"/>
          <p:nvPr/>
        </p:nvSpPr>
        <p:spPr>
          <a:xfrm>
            <a:off x="693560" y="2909291"/>
            <a:ext cx="686904" cy="11068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CN" sz="6600" b="1">
                <a:solidFill>
                  <a:schemeClr val="lt1"/>
                </a:solidFill>
                <a:latin typeface="Arial" panose="020B0604020202020204"/>
                <a:ea typeface="Arial" panose="020B0604020202020204"/>
                <a:cs typeface="Arial" panose="020B0604020202020204"/>
                <a:sym typeface="Arial" panose="020B0604020202020204"/>
              </a:rPr>
              <a:t>3</a:t>
            </a:r>
            <a:endParaRPr lang="zh-CN" sz="6600" b="1">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医院联网医院端流程</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 name="图片 1"/>
          <p:cNvPicPr>
            <a:picLocks noChangeAspect="1"/>
          </p:cNvPicPr>
          <p:nvPr>
            <p:custDataLst>
              <p:tags r:id="rId3"/>
            </p:custDataLst>
          </p:nvPr>
        </p:nvPicPr>
        <p:blipFill>
          <a:blip r:embed="rId4"/>
          <a:stretch>
            <a:fillRect/>
          </a:stretch>
        </p:blipFill>
        <p:spPr>
          <a:xfrm>
            <a:off x="0" y="872490"/>
            <a:ext cx="12192635" cy="5867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医院联网医院端流程</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3" name="图片 2"/>
          <p:cNvPicPr>
            <a:picLocks noChangeAspect="1"/>
          </p:cNvPicPr>
          <p:nvPr/>
        </p:nvPicPr>
        <p:blipFill>
          <a:blip r:embed="rId3"/>
          <a:stretch>
            <a:fillRect/>
          </a:stretch>
        </p:blipFill>
        <p:spPr>
          <a:xfrm>
            <a:off x="1080135" y="0"/>
            <a:ext cx="9887585" cy="69202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16" name="Google Shape;116;p15"/>
          <p:cNvSpPr txBox="1"/>
          <p:nvPr>
            <p:custDataLst>
              <p:tags r:id="rId1"/>
            </p:custDataLst>
          </p:nvPr>
        </p:nvSpPr>
        <p:spPr>
          <a:xfrm>
            <a:off x="1238742" y="371484"/>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医院联网血站端流程</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7" name="Google Shape;117;p15"/>
          <p:cNvSpPr/>
          <p:nvPr>
            <p:custDataLst>
              <p:tags r:id="rId2"/>
            </p:custDataLst>
          </p:nvPr>
        </p:nvSpPr>
        <p:spPr>
          <a:xfrm>
            <a:off x="553085" y="410854"/>
            <a:ext cx="527308" cy="461645"/>
          </a:xfrm>
          <a:prstGeom prst="homePlate">
            <a:avLst>
              <a:gd name="adj" fmla="val 32249"/>
            </a:avLst>
          </a:prstGeom>
          <a:solidFill>
            <a:srgbClr val="3A3A3A"/>
          </a:solidFill>
          <a:ln>
            <a:noFill/>
          </a:ln>
        </p:spPr>
        <p:txBody>
          <a:bodyPr spcFirstLastPara="1" wrap="square" lIns="91425" tIns="45700" rIns="91425" bIns="45700" anchor="ctr" anchorCtr="0">
            <a:noAutofit/>
          </a:bodyPr>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3" name="图片 2"/>
          <p:cNvPicPr>
            <a:picLocks noChangeAspect="1"/>
          </p:cNvPicPr>
          <p:nvPr>
            <p:custDataLst>
              <p:tags r:id="rId3"/>
            </p:custDataLst>
          </p:nvPr>
        </p:nvPicPr>
        <p:blipFill>
          <a:blip r:embed="rId4"/>
          <a:stretch>
            <a:fillRect/>
          </a:stretch>
        </p:blipFill>
        <p:spPr>
          <a:xfrm>
            <a:off x="404495" y="1129030"/>
            <a:ext cx="11672570" cy="55791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SO_Shape"/>
          <p:cNvSpPr/>
          <p:nvPr/>
        </p:nvSpPr>
        <p:spPr>
          <a:xfrm>
            <a:off x="586740" y="465455"/>
            <a:ext cx="429260" cy="461645"/>
          </a:xfrm>
          <a:prstGeom prst="homePlate">
            <a:avLst>
              <a:gd name="adj" fmla="val 32249"/>
            </a:avLst>
          </a:prstGeom>
          <a:solidFill>
            <a:srgbClr val="3A3A3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grpSp>
        <p:nvGrpSpPr>
          <p:cNvPr id="4" name="组合 3"/>
          <p:cNvGrpSpPr/>
          <p:nvPr/>
        </p:nvGrpSpPr>
        <p:grpSpPr>
          <a:xfrm>
            <a:off x="1016000" y="1521601"/>
            <a:ext cx="5315901" cy="4617303"/>
            <a:chOff x="2437130" y="1639299"/>
            <a:chExt cx="5315901" cy="4617303"/>
          </a:xfrm>
        </p:grpSpPr>
        <p:sp>
          <p:nvSpPr>
            <p:cNvPr id="32" name="Oval 8"/>
            <p:cNvSpPr>
              <a:spLocks noChangeArrowheads="1"/>
            </p:cNvSpPr>
            <p:nvPr/>
          </p:nvSpPr>
          <p:spPr bwMode="auto">
            <a:xfrm>
              <a:off x="2437130" y="3047365"/>
              <a:ext cx="1502410" cy="1483360"/>
            </a:xfrm>
            <a:prstGeom prst="ellipse">
              <a:avLst/>
            </a:prstGeom>
            <a:solidFill>
              <a:srgbClr val="F54D4D"/>
            </a:solidFill>
            <a:ln w="28575">
              <a:solidFill>
                <a:srgbClr val="F54D4D"/>
              </a:solidFill>
              <a:bevel/>
            </a:ln>
          </p:spPr>
          <p:txBody>
            <a:bodyPr anchor="ctr">
              <a:normAutofit fontScale="8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8800" dirty="0">
                <a:solidFill>
                  <a:schemeClr val="bg1"/>
                </a:solidFill>
                <a:latin typeface="微软雅黑" panose="020B0503020204020204" charset="-122"/>
                <a:ea typeface="微软雅黑" panose="020B0503020204020204" charset="-122"/>
                <a:sym typeface="Arial" panose="020B0604020202020204" pitchFamily="34" charset="0"/>
              </a:endParaRPr>
            </a:p>
          </p:txBody>
        </p:sp>
        <p:sp>
          <p:nvSpPr>
            <p:cNvPr id="34" name="Oval 8"/>
            <p:cNvSpPr>
              <a:spLocks noChangeArrowheads="1"/>
            </p:cNvSpPr>
            <p:nvPr/>
          </p:nvSpPr>
          <p:spPr bwMode="auto">
            <a:xfrm>
              <a:off x="6052954" y="1639299"/>
              <a:ext cx="976496" cy="982487"/>
            </a:xfrm>
            <a:prstGeom prst="ellipse">
              <a:avLst/>
            </a:prstGeom>
            <a:solidFill>
              <a:srgbClr val="2650C3"/>
            </a:solidFill>
            <a:ln w="28575">
              <a:noFill/>
              <a:bevel/>
            </a:ln>
          </p:spPr>
          <p:txBody>
            <a:bodyPr anchor="ctr">
              <a:normAutofit fontScale="5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8800">
                <a:solidFill>
                  <a:schemeClr val="bg1"/>
                </a:solidFill>
                <a:latin typeface="微软雅黑" panose="020B0503020204020204" charset="-122"/>
                <a:ea typeface="微软雅黑" panose="020B0503020204020204" charset="-122"/>
                <a:sym typeface="Arial" panose="020B0604020202020204" pitchFamily="34" charset="0"/>
              </a:endParaRPr>
            </a:p>
          </p:txBody>
        </p:sp>
        <p:sp>
          <p:nvSpPr>
            <p:cNvPr id="36" name="楼群"/>
            <p:cNvSpPr/>
            <p:nvPr/>
          </p:nvSpPr>
          <p:spPr bwMode="auto">
            <a:xfrm>
              <a:off x="2836343" y="3303537"/>
              <a:ext cx="632315" cy="630210"/>
            </a:xfrm>
            <a:custGeom>
              <a:avLst/>
              <a:gdLst>
                <a:gd name="T0" fmla="*/ 2147483646 w 5926"/>
                <a:gd name="T1" fmla="*/ 2147483646 h 5735"/>
                <a:gd name="T2" fmla="*/ 2147483646 w 5926"/>
                <a:gd name="T3" fmla="*/ 2147483646 h 5735"/>
                <a:gd name="T4" fmla="*/ 2147483646 w 5926"/>
                <a:gd name="T5" fmla="*/ 0 h 5735"/>
                <a:gd name="T6" fmla="*/ 2147483646 w 5926"/>
                <a:gd name="T7" fmla="*/ 2147483646 h 5735"/>
                <a:gd name="T8" fmla="*/ 2147483646 w 5926"/>
                <a:gd name="T9" fmla="*/ 2147483646 h 5735"/>
                <a:gd name="T10" fmla="*/ 2147483646 w 5926"/>
                <a:gd name="T11" fmla="*/ 2147483646 h 5735"/>
                <a:gd name="T12" fmla="*/ 0 w 5926"/>
                <a:gd name="T13" fmla="*/ 2147483646 h 5735"/>
                <a:gd name="T14" fmla="*/ 2147483646 w 5926"/>
                <a:gd name="T15" fmla="*/ 2147483646 h 5735"/>
                <a:gd name="T16" fmla="*/ 2147483646 w 5926"/>
                <a:gd name="T17" fmla="*/ 2147483646 h 5735"/>
                <a:gd name="T18" fmla="*/ 2147483646 w 5926"/>
                <a:gd name="T19" fmla="*/ 2147483646 h 5735"/>
                <a:gd name="T20" fmla="*/ 2147483646 w 5926"/>
                <a:gd name="T21" fmla="*/ 2147483646 h 5735"/>
                <a:gd name="T22" fmla="*/ 2147483646 w 5926"/>
                <a:gd name="T23" fmla="*/ 2147483646 h 5735"/>
                <a:gd name="T24" fmla="*/ 2147483646 w 5926"/>
                <a:gd name="T25" fmla="*/ 2147483646 h 5735"/>
                <a:gd name="T26" fmla="*/ 2147483646 w 5926"/>
                <a:gd name="T27" fmla="*/ 2147483646 h 5735"/>
                <a:gd name="T28" fmla="*/ 2147483646 w 5926"/>
                <a:gd name="T29" fmla="*/ 2147483646 h 5735"/>
                <a:gd name="T30" fmla="*/ 2147483646 w 5926"/>
                <a:gd name="T31" fmla="*/ 2147483646 h 5735"/>
                <a:gd name="T32" fmla="*/ 2147483646 w 5926"/>
                <a:gd name="T33" fmla="*/ 2147483646 h 5735"/>
                <a:gd name="T34" fmla="*/ 2147483646 w 5926"/>
                <a:gd name="T35" fmla="*/ 2147483646 h 5735"/>
                <a:gd name="T36" fmla="*/ 2147483646 w 5926"/>
                <a:gd name="T37" fmla="*/ 2147483646 h 5735"/>
                <a:gd name="T38" fmla="*/ 2147483646 w 5926"/>
                <a:gd name="T39" fmla="*/ 2147483646 h 5735"/>
                <a:gd name="T40" fmla="*/ 2147483646 w 5926"/>
                <a:gd name="T41" fmla="*/ 2147483646 h 5735"/>
                <a:gd name="T42" fmla="*/ 2147483646 w 5926"/>
                <a:gd name="T43" fmla="*/ 2147483646 h 5735"/>
                <a:gd name="T44" fmla="*/ 2147483646 w 5926"/>
                <a:gd name="T45" fmla="*/ 2147483646 h 5735"/>
                <a:gd name="T46" fmla="*/ 2147483646 w 5926"/>
                <a:gd name="T47" fmla="*/ 2147483646 h 5735"/>
                <a:gd name="T48" fmla="*/ 2147483646 w 5926"/>
                <a:gd name="T49" fmla="*/ 2147483646 h 5735"/>
                <a:gd name="T50" fmla="*/ 2147483646 w 5926"/>
                <a:gd name="T51" fmla="*/ 2147483646 h 5735"/>
                <a:gd name="T52" fmla="*/ 2147483646 w 5926"/>
                <a:gd name="T53" fmla="*/ 2147483646 h 5735"/>
                <a:gd name="T54" fmla="*/ 2147483646 w 5926"/>
                <a:gd name="T55" fmla="*/ 2147483646 h 5735"/>
                <a:gd name="T56" fmla="*/ 2147483646 w 5926"/>
                <a:gd name="T57" fmla="*/ 2147483646 h 5735"/>
                <a:gd name="T58" fmla="*/ 2147483646 w 5926"/>
                <a:gd name="T59" fmla="*/ 2147483646 h 5735"/>
                <a:gd name="T60" fmla="*/ 2147483646 w 5926"/>
                <a:gd name="T61" fmla="*/ 2147483646 h 5735"/>
                <a:gd name="T62" fmla="*/ 2147483646 w 5926"/>
                <a:gd name="T63" fmla="*/ 2147483646 h 5735"/>
                <a:gd name="T64" fmla="*/ 2147483646 w 5926"/>
                <a:gd name="T65" fmla="*/ 2147483646 h 5735"/>
                <a:gd name="T66" fmla="*/ 2147483646 w 5926"/>
                <a:gd name="T67" fmla="*/ 2147483646 h 5735"/>
                <a:gd name="T68" fmla="*/ 2147483646 w 5926"/>
                <a:gd name="T69" fmla="*/ 2147483646 h 5735"/>
                <a:gd name="T70" fmla="*/ 2147483646 w 5926"/>
                <a:gd name="T71" fmla="*/ 2147483646 h 5735"/>
                <a:gd name="T72" fmla="*/ 2147483646 w 5926"/>
                <a:gd name="T73" fmla="*/ 2147483646 h 5735"/>
                <a:gd name="T74" fmla="*/ 2147483646 w 5926"/>
                <a:gd name="T75" fmla="*/ 2147483646 h 5735"/>
                <a:gd name="T76" fmla="*/ 2147483646 w 5926"/>
                <a:gd name="T77" fmla="*/ 2147483646 h 5735"/>
                <a:gd name="T78" fmla="*/ 2147483646 w 5926"/>
                <a:gd name="T79" fmla="*/ 2147483646 h 5735"/>
                <a:gd name="T80" fmla="*/ 2147483646 w 5926"/>
                <a:gd name="T81" fmla="*/ 2147483646 h 5735"/>
                <a:gd name="T82" fmla="*/ 2147483646 w 5926"/>
                <a:gd name="T83" fmla="*/ 2147483646 h 5735"/>
                <a:gd name="T84" fmla="*/ 2147483646 w 5926"/>
                <a:gd name="T85" fmla="*/ 2147483646 h 5735"/>
                <a:gd name="T86" fmla="*/ 2147483646 w 5926"/>
                <a:gd name="T87" fmla="*/ 2147483646 h 5735"/>
                <a:gd name="T88" fmla="*/ 2147483646 w 5926"/>
                <a:gd name="T89" fmla="*/ 2147483646 h 5735"/>
                <a:gd name="T90" fmla="*/ 2147483646 w 5926"/>
                <a:gd name="T91" fmla="*/ 2147483646 h 5735"/>
                <a:gd name="T92" fmla="*/ 2147483646 w 5926"/>
                <a:gd name="T93" fmla="*/ 2147483646 h 5735"/>
                <a:gd name="T94" fmla="*/ 2147483646 w 5926"/>
                <a:gd name="T95" fmla="*/ 2147483646 h 5735"/>
                <a:gd name="T96" fmla="*/ 2147483646 w 5926"/>
                <a:gd name="T97" fmla="*/ 2147483646 h 5735"/>
                <a:gd name="T98" fmla="*/ 2147483646 w 5926"/>
                <a:gd name="T99" fmla="*/ 2147483646 h 5735"/>
                <a:gd name="T100" fmla="*/ 2147483646 w 5926"/>
                <a:gd name="T101" fmla="*/ 2147483646 h 57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26" h="5735">
                  <a:moveTo>
                    <a:pt x="0" y="5408"/>
                  </a:moveTo>
                  <a:lnTo>
                    <a:pt x="407" y="5408"/>
                  </a:lnTo>
                  <a:lnTo>
                    <a:pt x="407" y="1609"/>
                  </a:lnTo>
                  <a:lnTo>
                    <a:pt x="407" y="1495"/>
                  </a:lnTo>
                  <a:lnTo>
                    <a:pt x="520" y="1464"/>
                  </a:lnTo>
                  <a:lnTo>
                    <a:pt x="2110" y="1038"/>
                  </a:lnTo>
                  <a:lnTo>
                    <a:pt x="2300" y="987"/>
                  </a:lnTo>
                  <a:lnTo>
                    <a:pt x="3099" y="1516"/>
                  </a:lnTo>
                  <a:lnTo>
                    <a:pt x="3099" y="5408"/>
                  </a:lnTo>
                  <a:lnTo>
                    <a:pt x="3235" y="5408"/>
                  </a:lnTo>
                  <a:lnTo>
                    <a:pt x="3235" y="622"/>
                  </a:lnTo>
                  <a:lnTo>
                    <a:pt x="3235" y="506"/>
                  </a:lnTo>
                  <a:lnTo>
                    <a:pt x="3347" y="477"/>
                  </a:lnTo>
                  <a:lnTo>
                    <a:pt x="4938" y="50"/>
                  </a:lnTo>
                  <a:lnTo>
                    <a:pt x="5128" y="0"/>
                  </a:lnTo>
                  <a:lnTo>
                    <a:pt x="5926" y="524"/>
                  </a:lnTo>
                  <a:lnTo>
                    <a:pt x="5926" y="5713"/>
                  </a:lnTo>
                  <a:lnTo>
                    <a:pt x="5128" y="5713"/>
                  </a:lnTo>
                  <a:lnTo>
                    <a:pt x="4825" y="5713"/>
                  </a:lnTo>
                  <a:lnTo>
                    <a:pt x="4825" y="392"/>
                  </a:lnTo>
                  <a:lnTo>
                    <a:pt x="3536" y="738"/>
                  </a:lnTo>
                  <a:lnTo>
                    <a:pt x="3536" y="5434"/>
                  </a:lnTo>
                  <a:lnTo>
                    <a:pt x="3790" y="5434"/>
                  </a:lnTo>
                  <a:lnTo>
                    <a:pt x="3790" y="5735"/>
                  </a:lnTo>
                  <a:lnTo>
                    <a:pt x="2149" y="5735"/>
                  </a:lnTo>
                  <a:lnTo>
                    <a:pt x="1998" y="5735"/>
                  </a:lnTo>
                  <a:lnTo>
                    <a:pt x="1998" y="5583"/>
                  </a:lnTo>
                  <a:lnTo>
                    <a:pt x="1998" y="1379"/>
                  </a:lnTo>
                  <a:lnTo>
                    <a:pt x="709" y="1725"/>
                  </a:lnTo>
                  <a:lnTo>
                    <a:pt x="709" y="5559"/>
                  </a:lnTo>
                  <a:lnTo>
                    <a:pt x="709" y="5710"/>
                  </a:lnTo>
                  <a:lnTo>
                    <a:pt x="557" y="5710"/>
                  </a:lnTo>
                  <a:lnTo>
                    <a:pt x="0" y="5710"/>
                  </a:lnTo>
                  <a:lnTo>
                    <a:pt x="0" y="5408"/>
                  </a:lnTo>
                  <a:close/>
                  <a:moveTo>
                    <a:pt x="3760" y="3302"/>
                  </a:moveTo>
                  <a:lnTo>
                    <a:pt x="3760" y="3302"/>
                  </a:lnTo>
                  <a:lnTo>
                    <a:pt x="3760" y="3886"/>
                  </a:lnTo>
                  <a:lnTo>
                    <a:pt x="3920" y="3886"/>
                  </a:lnTo>
                  <a:lnTo>
                    <a:pt x="4084" y="3886"/>
                  </a:lnTo>
                  <a:lnTo>
                    <a:pt x="4084" y="3287"/>
                  </a:lnTo>
                  <a:lnTo>
                    <a:pt x="3920" y="3295"/>
                  </a:lnTo>
                  <a:lnTo>
                    <a:pt x="3760" y="3302"/>
                  </a:lnTo>
                  <a:close/>
                  <a:moveTo>
                    <a:pt x="4271" y="819"/>
                  </a:moveTo>
                  <a:lnTo>
                    <a:pt x="4271" y="819"/>
                  </a:lnTo>
                  <a:lnTo>
                    <a:pt x="4271" y="1426"/>
                  </a:lnTo>
                  <a:lnTo>
                    <a:pt x="4444" y="1394"/>
                  </a:lnTo>
                  <a:lnTo>
                    <a:pt x="4622" y="1361"/>
                  </a:lnTo>
                  <a:lnTo>
                    <a:pt x="4622" y="736"/>
                  </a:lnTo>
                  <a:lnTo>
                    <a:pt x="4444" y="778"/>
                  </a:lnTo>
                  <a:lnTo>
                    <a:pt x="4271" y="819"/>
                  </a:lnTo>
                  <a:close/>
                  <a:moveTo>
                    <a:pt x="3760" y="938"/>
                  </a:moveTo>
                  <a:lnTo>
                    <a:pt x="3760" y="938"/>
                  </a:lnTo>
                  <a:lnTo>
                    <a:pt x="3760" y="1522"/>
                  </a:lnTo>
                  <a:lnTo>
                    <a:pt x="3920" y="1492"/>
                  </a:lnTo>
                  <a:lnTo>
                    <a:pt x="4084" y="1461"/>
                  </a:lnTo>
                  <a:lnTo>
                    <a:pt x="4084" y="863"/>
                  </a:lnTo>
                  <a:lnTo>
                    <a:pt x="3920" y="901"/>
                  </a:lnTo>
                  <a:lnTo>
                    <a:pt x="3760" y="938"/>
                  </a:lnTo>
                  <a:close/>
                  <a:moveTo>
                    <a:pt x="4271" y="1640"/>
                  </a:moveTo>
                  <a:lnTo>
                    <a:pt x="4271" y="1640"/>
                  </a:lnTo>
                  <a:lnTo>
                    <a:pt x="4271" y="2245"/>
                  </a:lnTo>
                  <a:lnTo>
                    <a:pt x="4444" y="2224"/>
                  </a:lnTo>
                  <a:lnTo>
                    <a:pt x="4622" y="2202"/>
                  </a:lnTo>
                  <a:lnTo>
                    <a:pt x="4622" y="1580"/>
                  </a:lnTo>
                  <a:lnTo>
                    <a:pt x="4444" y="1609"/>
                  </a:lnTo>
                  <a:lnTo>
                    <a:pt x="4271" y="1640"/>
                  </a:lnTo>
                  <a:close/>
                  <a:moveTo>
                    <a:pt x="3760" y="1727"/>
                  </a:moveTo>
                  <a:lnTo>
                    <a:pt x="3760" y="1727"/>
                  </a:lnTo>
                  <a:lnTo>
                    <a:pt x="3760" y="2310"/>
                  </a:lnTo>
                  <a:lnTo>
                    <a:pt x="3920" y="2290"/>
                  </a:lnTo>
                  <a:lnTo>
                    <a:pt x="4084" y="2269"/>
                  </a:lnTo>
                  <a:lnTo>
                    <a:pt x="4084" y="1670"/>
                  </a:lnTo>
                  <a:lnTo>
                    <a:pt x="3920" y="1699"/>
                  </a:lnTo>
                  <a:lnTo>
                    <a:pt x="3760" y="1727"/>
                  </a:lnTo>
                  <a:close/>
                  <a:moveTo>
                    <a:pt x="4271" y="2459"/>
                  </a:moveTo>
                  <a:lnTo>
                    <a:pt x="4271" y="2459"/>
                  </a:lnTo>
                  <a:lnTo>
                    <a:pt x="4271" y="3066"/>
                  </a:lnTo>
                  <a:lnTo>
                    <a:pt x="4444" y="3055"/>
                  </a:lnTo>
                  <a:lnTo>
                    <a:pt x="4622" y="3044"/>
                  </a:lnTo>
                  <a:lnTo>
                    <a:pt x="4622" y="2421"/>
                  </a:lnTo>
                  <a:lnTo>
                    <a:pt x="4444" y="2440"/>
                  </a:lnTo>
                  <a:lnTo>
                    <a:pt x="4271" y="2459"/>
                  </a:lnTo>
                  <a:close/>
                  <a:moveTo>
                    <a:pt x="3760" y="2515"/>
                  </a:moveTo>
                  <a:lnTo>
                    <a:pt x="3760" y="2515"/>
                  </a:lnTo>
                  <a:lnTo>
                    <a:pt x="3760" y="3098"/>
                  </a:lnTo>
                  <a:lnTo>
                    <a:pt x="3920" y="3087"/>
                  </a:lnTo>
                  <a:lnTo>
                    <a:pt x="4084" y="3078"/>
                  </a:lnTo>
                  <a:lnTo>
                    <a:pt x="4084" y="2479"/>
                  </a:lnTo>
                  <a:lnTo>
                    <a:pt x="3920" y="2497"/>
                  </a:lnTo>
                  <a:lnTo>
                    <a:pt x="3760" y="2515"/>
                  </a:lnTo>
                  <a:close/>
                  <a:moveTo>
                    <a:pt x="4271" y="3279"/>
                  </a:moveTo>
                  <a:lnTo>
                    <a:pt x="4271" y="3279"/>
                  </a:lnTo>
                  <a:lnTo>
                    <a:pt x="4271" y="3886"/>
                  </a:lnTo>
                  <a:lnTo>
                    <a:pt x="4444" y="3886"/>
                  </a:lnTo>
                  <a:lnTo>
                    <a:pt x="4622" y="3886"/>
                  </a:lnTo>
                  <a:lnTo>
                    <a:pt x="4622" y="3262"/>
                  </a:lnTo>
                  <a:lnTo>
                    <a:pt x="4444" y="3270"/>
                  </a:lnTo>
                  <a:lnTo>
                    <a:pt x="4271" y="3279"/>
                  </a:lnTo>
                  <a:close/>
                  <a:moveTo>
                    <a:pt x="918" y="4350"/>
                  </a:moveTo>
                  <a:lnTo>
                    <a:pt x="918" y="4350"/>
                  </a:lnTo>
                  <a:lnTo>
                    <a:pt x="918" y="4933"/>
                  </a:lnTo>
                  <a:lnTo>
                    <a:pt x="1077" y="4933"/>
                  </a:lnTo>
                  <a:lnTo>
                    <a:pt x="1241" y="4933"/>
                  </a:lnTo>
                  <a:lnTo>
                    <a:pt x="1241" y="4334"/>
                  </a:lnTo>
                  <a:lnTo>
                    <a:pt x="1077" y="4343"/>
                  </a:lnTo>
                  <a:lnTo>
                    <a:pt x="918" y="4350"/>
                  </a:lnTo>
                  <a:close/>
                  <a:moveTo>
                    <a:pt x="1429" y="1866"/>
                  </a:moveTo>
                  <a:lnTo>
                    <a:pt x="1429" y="1866"/>
                  </a:lnTo>
                  <a:lnTo>
                    <a:pt x="1429" y="2473"/>
                  </a:lnTo>
                  <a:lnTo>
                    <a:pt x="1601" y="2441"/>
                  </a:lnTo>
                  <a:lnTo>
                    <a:pt x="1780" y="2407"/>
                  </a:lnTo>
                  <a:lnTo>
                    <a:pt x="1780" y="1784"/>
                  </a:lnTo>
                  <a:lnTo>
                    <a:pt x="1601" y="1825"/>
                  </a:lnTo>
                  <a:lnTo>
                    <a:pt x="1429" y="1866"/>
                  </a:lnTo>
                  <a:close/>
                  <a:moveTo>
                    <a:pt x="918" y="1986"/>
                  </a:moveTo>
                  <a:lnTo>
                    <a:pt x="918" y="1986"/>
                  </a:lnTo>
                  <a:lnTo>
                    <a:pt x="918" y="2569"/>
                  </a:lnTo>
                  <a:lnTo>
                    <a:pt x="1077" y="2539"/>
                  </a:lnTo>
                  <a:lnTo>
                    <a:pt x="1241" y="2509"/>
                  </a:lnTo>
                  <a:lnTo>
                    <a:pt x="1241" y="1909"/>
                  </a:lnTo>
                  <a:lnTo>
                    <a:pt x="1077" y="1948"/>
                  </a:lnTo>
                  <a:lnTo>
                    <a:pt x="918" y="1986"/>
                  </a:lnTo>
                  <a:close/>
                  <a:moveTo>
                    <a:pt x="1429" y="2686"/>
                  </a:moveTo>
                  <a:lnTo>
                    <a:pt x="1429" y="2686"/>
                  </a:lnTo>
                  <a:lnTo>
                    <a:pt x="1429" y="3293"/>
                  </a:lnTo>
                  <a:lnTo>
                    <a:pt x="1601" y="3272"/>
                  </a:lnTo>
                  <a:lnTo>
                    <a:pt x="1780" y="3249"/>
                  </a:lnTo>
                  <a:lnTo>
                    <a:pt x="1780" y="2626"/>
                  </a:lnTo>
                  <a:lnTo>
                    <a:pt x="1601" y="2656"/>
                  </a:lnTo>
                  <a:lnTo>
                    <a:pt x="1429" y="2686"/>
                  </a:lnTo>
                  <a:close/>
                  <a:moveTo>
                    <a:pt x="918" y="2773"/>
                  </a:moveTo>
                  <a:lnTo>
                    <a:pt x="918" y="2773"/>
                  </a:lnTo>
                  <a:lnTo>
                    <a:pt x="918" y="3357"/>
                  </a:lnTo>
                  <a:lnTo>
                    <a:pt x="1077" y="3337"/>
                  </a:lnTo>
                  <a:lnTo>
                    <a:pt x="1241" y="3316"/>
                  </a:lnTo>
                  <a:lnTo>
                    <a:pt x="1241" y="2718"/>
                  </a:lnTo>
                  <a:lnTo>
                    <a:pt x="1077" y="2746"/>
                  </a:lnTo>
                  <a:lnTo>
                    <a:pt x="918" y="2773"/>
                  </a:lnTo>
                  <a:close/>
                  <a:moveTo>
                    <a:pt x="1429" y="3507"/>
                  </a:moveTo>
                  <a:lnTo>
                    <a:pt x="1429" y="3507"/>
                  </a:lnTo>
                  <a:lnTo>
                    <a:pt x="1429" y="4113"/>
                  </a:lnTo>
                  <a:lnTo>
                    <a:pt x="1601" y="4103"/>
                  </a:lnTo>
                  <a:lnTo>
                    <a:pt x="1780" y="4091"/>
                  </a:lnTo>
                  <a:lnTo>
                    <a:pt x="1780" y="3468"/>
                  </a:lnTo>
                  <a:lnTo>
                    <a:pt x="1601" y="3488"/>
                  </a:lnTo>
                  <a:lnTo>
                    <a:pt x="1429" y="3507"/>
                  </a:lnTo>
                  <a:close/>
                  <a:moveTo>
                    <a:pt x="918" y="3562"/>
                  </a:moveTo>
                  <a:lnTo>
                    <a:pt x="918" y="3562"/>
                  </a:lnTo>
                  <a:lnTo>
                    <a:pt x="918" y="4145"/>
                  </a:lnTo>
                  <a:lnTo>
                    <a:pt x="1077" y="4135"/>
                  </a:lnTo>
                  <a:lnTo>
                    <a:pt x="1241" y="4125"/>
                  </a:lnTo>
                  <a:lnTo>
                    <a:pt x="1241" y="3527"/>
                  </a:lnTo>
                  <a:lnTo>
                    <a:pt x="1077" y="3544"/>
                  </a:lnTo>
                  <a:lnTo>
                    <a:pt x="918" y="3562"/>
                  </a:lnTo>
                  <a:close/>
                  <a:moveTo>
                    <a:pt x="1429" y="4326"/>
                  </a:moveTo>
                  <a:lnTo>
                    <a:pt x="1429" y="4326"/>
                  </a:lnTo>
                  <a:lnTo>
                    <a:pt x="1429" y="4933"/>
                  </a:lnTo>
                  <a:lnTo>
                    <a:pt x="1601" y="4933"/>
                  </a:lnTo>
                  <a:lnTo>
                    <a:pt x="1780" y="4933"/>
                  </a:lnTo>
                  <a:lnTo>
                    <a:pt x="1780" y="4309"/>
                  </a:lnTo>
                  <a:lnTo>
                    <a:pt x="1601" y="4318"/>
                  </a:lnTo>
                  <a:lnTo>
                    <a:pt x="1429" y="4326"/>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a:solidFill>
                  <a:srgbClr val="FFFFFF"/>
                </a:solidFill>
                <a:latin typeface="微软雅黑" panose="020B0503020204020204" charset="-122"/>
                <a:ea typeface="微软雅黑" panose="020B0503020204020204" charset="-122"/>
              </a:endParaRPr>
            </a:p>
          </p:txBody>
        </p:sp>
        <p:sp>
          <p:nvSpPr>
            <p:cNvPr id="37" name="Oval 8"/>
            <p:cNvSpPr>
              <a:spLocks noChangeArrowheads="1"/>
            </p:cNvSpPr>
            <p:nvPr/>
          </p:nvSpPr>
          <p:spPr bwMode="auto">
            <a:xfrm>
              <a:off x="6148205" y="5267565"/>
              <a:ext cx="983006" cy="989037"/>
            </a:xfrm>
            <a:prstGeom prst="ellipse">
              <a:avLst/>
            </a:prstGeom>
            <a:solidFill>
              <a:srgbClr val="2650C3"/>
            </a:solidFill>
            <a:ln w="28575">
              <a:noFill/>
              <a:bevel/>
            </a:ln>
          </p:spPr>
          <p:txBody>
            <a:bodyPr anchor="ctr">
              <a:normAutofit fontScale="5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8800">
                <a:solidFill>
                  <a:schemeClr val="bg1"/>
                </a:solidFill>
                <a:latin typeface="微软雅黑" panose="020B0503020204020204" charset="-122"/>
                <a:ea typeface="微软雅黑" panose="020B0503020204020204" charset="-122"/>
                <a:sym typeface="Arial" panose="020B0604020202020204" pitchFamily="34" charset="0"/>
              </a:endParaRPr>
            </a:p>
          </p:txBody>
        </p:sp>
        <p:sp>
          <p:nvSpPr>
            <p:cNvPr id="39" name="医院"/>
            <p:cNvSpPr/>
            <p:nvPr/>
          </p:nvSpPr>
          <p:spPr bwMode="auto">
            <a:xfrm>
              <a:off x="6373254" y="1809750"/>
              <a:ext cx="326670" cy="326670"/>
            </a:xfrm>
            <a:custGeom>
              <a:avLst/>
              <a:gdLst>
                <a:gd name="T0" fmla="*/ 1855787 w 2462213"/>
                <a:gd name="T1" fmla="*/ 1260475 h 1693863"/>
                <a:gd name="T2" fmla="*/ 1271587 w 2462213"/>
                <a:gd name="T3" fmla="*/ 1387475 h 1693863"/>
                <a:gd name="T4" fmla="*/ 1195387 w 2462213"/>
                <a:gd name="T5" fmla="*/ 1387475 h 1693863"/>
                <a:gd name="T6" fmla="*/ 612775 w 2462213"/>
                <a:gd name="T7" fmla="*/ 1260475 h 1693863"/>
                <a:gd name="T8" fmla="*/ 280987 w 2462213"/>
                <a:gd name="T9" fmla="*/ 1260475 h 1693863"/>
                <a:gd name="T10" fmla="*/ 1855787 w 2462213"/>
                <a:gd name="T11" fmla="*/ 1047750 h 1693863"/>
                <a:gd name="T12" fmla="*/ 1271587 w 2462213"/>
                <a:gd name="T13" fmla="*/ 1174750 h 1693863"/>
                <a:gd name="T14" fmla="*/ 1195387 w 2462213"/>
                <a:gd name="T15" fmla="*/ 1174750 h 1693863"/>
                <a:gd name="T16" fmla="*/ 612775 w 2462213"/>
                <a:gd name="T17" fmla="*/ 1047750 h 1693863"/>
                <a:gd name="T18" fmla="*/ 280987 w 2462213"/>
                <a:gd name="T19" fmla="*/ 1047750 h 1693863"/>
                <a:gd name="T20" fmla="*/ 1855787 w 2462213"/>
                <a:gd name="T21" fmla="*/ 817562 h 1693863"/>
                <a:gd name="T22" fmla="*/ 1271587 w 2462213"/>
                <a:gd name="T23" fmla="*/ 944562 h 1693863"/>
                <a:gd name="T24" fmla="*/ 1195387 w 2462213"/>
                <a:gd name="T25" fmla="*/ 944562 h 1693863"/>
                <a:gd name="T26" fmla="*/ 612775 w 2462213"/>
                <a:gd name="T27" fmla="*/ 817562 h 1693863"/>
                <a:gd name="T28" fmla="*/ 280987 w 2462213"/>
                <a:gd name="T29" fmla="*/ 817562 h 1693863"/>
                <a:gd name="T30" fmla="*/ 1855787 w 2462213"/>
                <a:gd name="T31" fmla="*/ 604837 h 1693863"/>
                <a:gd name="T32" fmla="*/ 1271587 w 2462213"/>
                <a:gd name="T33" fmla="*/ 731837 h 1693863"/>
                <a:gd name="T34" fmla="*/ 1195387 w 2462213"/>
                <a:gd name="T35" fmla="*/ 731837 h 1693863"/>
                <a:gd name="T36" fmla="*/ 612775 w 2462213"/>
                <a:gd name="T37" fmla="*/ 604837 h 1693863"/>
                <a:gd name="T38" fmla="*/ 280987 w 2462213"/>
                <a:gd name="T39" fmla="*/ 604837 h 1693863"/>
                <a:gd name="T40" fmla="*/ 1217659 w 2462213"/>
                <a:gd name="T41" fmla="*/ 88928 h 1693863"/>
                <a:gd name="T42" fmla="*/ 1211327 w 2462213"/>
                <a:gd name="T43" fmla="*/ 104873 h 1693863"/>
                <a:gd name="T44" fmla="*/ 1139150 w 2462213"/>
                <a:gd name="T45" fmla="*/ 170566 h 1693863"/>
                <a:gd name="T46" fmla="*/ 1126487 w 2462213"/>
                <a:gd name="T47" fmla="*/ 186829 h 1693863"/>
                <a:gd name="T48" fmla="*/ 1127437 w 2462213"/>
                <a:gd name="T49" fmla="*/ 199904 h 1693863"/>
                <a:gd name="T50" fmla="*/ 1143582 w 2462213"/>
                <a:gd name="T51" fmla="*/ 213298 h 1693863"/>
                <a:gd name="T52" fmla="*/ 1211644 w 2462213"/>
                <a:gd name="T53" fmla="*/ 281861 h 1693863"/>
                <a:gd name="T54" fmla="*/ 1224940 w 2462213"/>
                <a:gd name="T55" fmla="*/ 298125 h 1693863"/>
                <a:gd name="T56" fmla="*/ 1238236 w 2462213"/>
                <a:gd name="T57" fmla="*/ 299400 h 1693863"/>
                <a:gd name="T58" fmla="*/ 1254381 w 2462213"/>
                <a:gd name="T59" fmla="*/ 286325 h 1693863"/>
                <a:gd name="T60" fmla="*/ 1319277 w 2462213"/>
                <a:gd name="T61" fmla="*/ 213617 h 1693863"/>
                <a:gd name="T62" fmla="*/ 1335106 w 2462213"/>
                <a:gd name="T63" fmla="*/ 207239 h 1693863"/>
                <a:gd name="T64" fmla="*/ 1341437 w 2462213"/>
                <a:gd name="T65" fmla="*/ 191294 h 1693863"/>
                <a:gd name="T66" fmla="*/ 1335106 w 2462213"/>
                <a:gd name="T67" fmla="*/ 175349 h 1693863"/>
                <a:gd name="T68" fmla="*/ 1319277 w 2462213"/>
                <a:gd name="T69" fmla="*/ 168652 h 1693863"/>
                <a:gd name="T70" fmla="*/ 1254381 w 2462213"/>
                <a:gd name="T71" fmla="*/ 96263 h 1693863"/>
                <a:gd name="T72" fmla="*/ 1238236 w 2462213"/>
                <a:gd name="T73" fmla="*/ 82869 h 1693863"/>
                <a:gd name="T74" fmla="*/ 1630998 w 2462213"/>
                <a:gd name="T75" fmla="*/ 0 h 1693863"/>
                <a:gd name="T76" fmla="*/ 1669733 w 2462213"/>
                <a:gd name="T77" fmla="*/ 6352 h 1693863"/>
                <a:gd name="T78" fmla="*/ 1703388 w 2462213"/>
                <a:gd name="T79" fmla="*/ 23186 h 1693863"/>
                <a:gd name="T80" fmla="*/ 1731328 w 2462213"/>
                <a:gd name="T81" fmla="*/ 48913 h 1693863"/>
                <a:gd name="T82" fmla="*/ 1750696 w 2462213"/>
                <a:gd name="T83" fmla="*/ 82581 h 1693863"/>
                <a:gd name="T84" fmla="*/ 1759903 w 2462213"/>
                <a:gd name="T85" fmla="*/ 121331 h 1693863"/>
                <a:gd name="T86" fmla="*/ 2206626 w 2462213"/>
                <a:gd name="T87" fmla="*/ 382731 h 1693863"/>
                <a:gd name="T88" fmla="*/ 2243456 w 2462213"/>
                <a:gd name="T89" fmla="*/ 392895 h 1693863"/>
                <a:gd name="T90" fmla="*/ 2275841 w 2462213"/>
                <a:gd name="T91" fmla="*/ 413540 h 1693863"/>
                <a:gd name="T92" fmla="*/ 2300923 w 2462213"/>
                <a:gd name="T93" fmla="*/ 442444 h 1693863"/>
                <a:gd name="T94" fmla="*/ 2317433 w 2462213"/>
                <a:gd name="T95" fmla="*/ 478652 h 1693863"/>
                <a:gd name="T96" fmla="*/ 2323148 w 2462213"/>
                <a:gd name="T97" fmla="*/ 519307 h 1693863"/>
                <a:gd name="T98" fmla="*/ 0 w 2462213"/>
                <a:gd name="T99" fmla="*/ 1693863 h 1693863"/>
                <a:gd name="T100" fmla="*/ 133350 w 2462213"/>
                <a:gd name="T101" fmla="*/ 512320 h 1693863"/>
                <a:gd name="T102" fmla="*/ 141288 w 2462213"/>
                <a:gd name="T103" fmla="*/ 471982 h 1693863"/>
                <a:gd name="T104" fmla="*/ 159068 w 2462213"/>
                <a:gd name="T105" fmla="*/ 437362 h 1693863"/>
                <a:gd name="T106" fmla="*/ 185420 w 2462213"/>
                <a:gd name="T107" fmla="*/ 409094 h 1693863"/>
                <a:gd name="T108" fmla="*/ 218440 w 2462213"/>
                <a:gd name="T109" fmla="*/ 390354 h 1693863"/>
                <a:gd name="T110" fmla="*/ 256223 w 2462213"/>
                <a:gd name="T111" fmla="*/ 382096 h 1693863"/>
                <a:gd name="T112" fmla="*/ 708978 w 2462213"/>
                <a:gd name="T113" fmla="*/ 114661 h 1693863"/>
                <a:gd name="T114" fmla="*/ 720090 w 2462213"/>
                <a:gd name="T115" fmla="*/ 76864 h 1693863"/>
                <a:gd name="T116" fmla="*/ 741045 w 2462213"/>
                <a:gd name="T117" fmla="*/ 44467 h 1693863"/>
                <a:gd name="T118" fmla="*/ 769620 w 2462213"/>
                <a:gd name="T119" fmla="*/ 19692 h 1693863"/>
                <a:gd name="T120" fmla="*/ 804545 w 2462213"/>
                <a:gd name="T121" fmla="*/ 4447 h 1693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62213" h="1693863">
                  <a:moveTo>
                    <a:pt x="2058987" y="1260475"/>
                  </a:moveTo>
                  <a:lnTo>
                    <a:pt x="2058987" y="1387475"/>
                  </a:lnTo>
                  <a:lnTo>
                    <a:pt x="2185987" y="1387475"/>
                  </a:lnTo>
                  <a:lnTo>
                    <a:pt x="2185987" y="1260475"/>
                  </a:lnTo>
                  <a:lnTo>
                    <a:pt x="2058987" y="1260475"/>
                  </a:lnTo>
                  <a:close/>
                  <a:moveTo>
                    <a:pt x="1855787" y="1260475"/>
                  </a:moveTo>
                  <a:lnTo>
                    <a:pt x="1855787" y="1387475"/>
                  </a:lnTo>
                  <a:lnTo>
                    <a:pt x="1982787" y="1387475"/>
                  </a:lnTo>
                  <a:lnTo>
                    <a:pt x="1982787" y="1260475"/>
                  </a:lnTo>
                  <a:lnTo>
                    <a:pt x="1855787" y="1260475"/>
                  </a:lnTo>
                  <a:close/>
                  <a:moveTo>
                    <a:pt x="1271587" y="1260475"/>
                  </a:moveTo>
                  <a:lnTo>
                    <a:pt x="1271587" y="1387475"/>
                  </a:lnTo>
                  <a:lnTo>
                    <a:pt x="1398587" y="1387475"/>
                  </a:lnTo>
                  <a:lnTo>
                    <a:pt x="1398587" y="1260475"/>
                  </a:lnTo>
                  <a:lnTo>
                    <a:pt x="1271587" y="1260475"/>
                  </a:lnTo>
                  <a:close/>
                  <a:moveTo>
                    <a:pt x="1068387" y="1260475"/>
                  </a:moveTo>
                  <a:lnTo>
                    <a:pt x="1068387" y="1387475"/>
                  </a:lnTo>
                  <a:lnTo>
                    <a:pt x="1195387" y="1387475"/>
                  </a:lnTo>
                  <a:lnTo>
                    <a:pt x="1195387" y="1260475"/>
                  </a:lnTo>
                  <a:lnTo>
                    <a:pt x="1068387" y="1260475"/>
                  </a:lnTo>
                  <a:close/>
                  <a:moveTo>
                    <a:pt x="484187" y="1260475"/>
                  </a:moveTo>
                  <a:lnTo>
                    <a:pt x="484187" y="1387475"/>
                  </a:lnTo>
                  <a:lnTo>
                    <a:pt x="612775" y="1387475"/>
                  </a:lnTo>
                  <a:lnTo>
                    <a:pt x="612775" y="1260475"/>
                  </a:lnTo>
                  <a:lnTo>
                    <a:pt x="484187" y="1260475"/>
                  </a:lnTo>
                  <a:close/>
                  <a:moveTo>
                    <a:pt x="280987" y="1260475"/>
                  </a:moveTo>
                  <a:lnTo>
                    <a:pt x="280987" y="1387475"/>
                  </a:lnTo>
                  <a:lnTo>
                    <a:pt x="407987" y="1387475"/>
                  </a:lnTo>
                  <a:lnTo>
                    <a:pt x="407987" y="1260475"/>
                  </a:lnTo>
                  <a:lnTo>
                    <a:pt x="280987" y="1260475"/>
                  </a:lnTo>
                  <a:close/>
                  <a:moveTo>
                    <a:pt x="2058987" y="1047750"/>
                  </a:moveTo>
                  <a:lnTo>
                    <a:pt x="2058987" y="1174750"/>
                  </a:lnTo>
                  <a:lnTo>
                    <a:pt x="2185987" y="1174750"/>
                  </a:lnTo>
                  <a:lnTo>
                    <a:pt x="2185987" y="1047750"/>
                  </a:lnTo>
                  <a:lnTo>
                    <a:pt x="2058987" y="1047750"/>
                  </a:lnTo>
                  <a:close/>
                  <a:moveTo>
                    <a:pt x="1855787" y="1047750"/>
                  </a:moveTo>
                  <a:lnTo>
                    <a:pt x="1855787" y="1174750"/>
                  </a:lnTo>
                  <a:lnTo>
                    <a:pt x="1982787" y="1174750"/>
                  </a:lnTo>
                  <a:lnTo>
                    <a:pt x="1982787" y="1047750"/>
                  </a:lnTo>
                  <a:lnTo>
                    <a:pt x="1855787" y="1047750"/>
                  </a:lnTo>
                  <a:close/>
                  <a:moveTo>
                    <a:pt x="1271587" y="1047750"/>
                  </a:moveTo>
                  <a:lnTo>
                    <a:pt x="1271587" y="1174750"/>
                  </a:lnTo>
                  <a:lnTo>
                    <a:pt x="1398587" y="1174750"/>
                  </a:lnTo>
                  <a:lnTo>
                    <a:pt x="1398587" y="1047750"/>
                  </a:lnTo>
                  <a:lnTo>
                    <a:pt x="1271587" y="1047750"/>
                  </a:lnTo>
                  <a:close/>
                  <a:moveTo>
                    <a:pt x="1068387" y="1047750"/>
                  </a:moveTo>
                  <a:lnTo>
                    <a:pt x="1068387" y="1174750"/>
                  </a:lnTo>
                  <a:lnTo>
                    <a:pt x="1195387" y="1174750"/>
                  </a:lnTo>
                  <a:lnTo>
                    <a:pt x="1195387" y="1047750"/>
                  </a:lnTo>
                  <a:lnTo>
                    <a:pt x="1068387" y="1047750"/>
                  </a:lnTo>
                  <a:close/>
                  <a:moveTo>
                    <a:pt x="484187" y="1047750"/>
                  </a:moveTo>
                  <a:lnTo>
                    <a:pt x="484187" y="1174750"/>
                  </a:lnTo>
                  <a:lnTo>
                    <a:pt x="612775" y="1174750"/>
                  </a:lnTo>
                  <a:lnTo>
                    <a:pt x="612775" y="1047750"/>
                  </a:lnTo>
                  <a:lnTo>
                    <a:pt x="484187" y="1047750"/>
                  </a:lnTo>
                  <a:close/>
                  <a:moveTo>
                    <a:pt x="280987" y="1047750"/>
                  </a:moveTo>
                  <a:lnTo>
                    <a:pt x="280987" y="1174750"/>
                  </a:lnTo>
                  <a:lnTo>
                    <a:pt x="407987" y="1174750"/>
                  </a:lnTo>
                  <a:lnTo>
                    <a:pt x="407987" y="1047750"/>
                  </a:lnTo>
                  <a:lnTo>
                    <a:pt x="280987" y="1047750"/>
                  </a:lnTo>
                  <a:close/>
                  <a:moveTo>
                    <a:pt x="2058987" y="817562"/>
                  </a:moveTo>
                  <a:lnTo>
                    <a:pt x="2058987" y="944562"/>
                  </a:lnTo>
                  <a:lnTo>
                    <a:pt x="2185987" y="944562"/>
                  </a:lnTo>
                  <a:lnTo>
                    <a:pt x="2185987" y="817562"/>
                  </a:lnTo>
                  <a:lnTo>
                    <a:pt x="2058987" y="817562"/>
                  </a:lnTo>
                  <a:close/>
                  <a:moveTo>
                    <a:pt x="1855787" y="817562"/>
                  </a:moveTo>
                  <a:lnTo>
                    <a:pt x="1855787" y="944562"/>
                  </a:lnTo>
                  <a:lnTo>
                    <a:pt x="1982787" y="944562"/>
                  </a:lnTo>
                  <a:lnTo>
                    <a:pt x="1982787" y="817562"/>
                  </a:lnTo>
                  <a:lnTo>
                    <a:pt x="1855787" y="817562"/>
                  </a:lnTo>
                  <a:close/>
                  <a:moveTo>
                    <a:pt x="1271587" y="817562"/>
                  </a:moveTo>
                  <a:lnTo>
                    <a:pt x="1271587" y="944562"/>
                  </a:lnTo>
                  <a:lnTo>
                    <a:pt x="1398587" y="944562"/>
                  </a:lnTo>
                  <a:lnTo>
                    <a:pt x="1398587" y="817562"/>
                  </a:lnTo>
                  <a:lnTo>
                    <a:pt x="1271587" y="817562"/>
                  </a:lnTo>
                  <a:close/>
                  <a:moveTo>
                    <a:pt x="1068387" y="817562"/>
                  </a:moveTo>
                  <a:lnTo>
                    <a:pt x="1068387" y="944562"/>
                  </a:lnTo>
                  <a:lnTo>
                    <a:pt x="1195387" y="944562"/>
                  </a:lnTo>
                  <a:lnTo>
                    <a:pt x="1195387" y="817562"/>
                  </a:lnTo>
                  <a:lnTo>
                    <a:pt x="1068387" y="817562"/>
                  </a:lnTo>
                  <a:close/>
                  <a:moveTo>
                    <a:pt x="484187" y="817562"/>
                  </a:moveTo>
                  <a:lnTo>
                    <a:pt x="484187" y="944562"/>
                  </a:lnTo>
                  <a:lnTo>
                    <a:pt x="612775" y="944562"/>
                  </a:lnTo>
                  <a:lnTo>
                    <a:pt x="612775" y="817562"/>
                  </a:lnTo>
                  <a:lnTo>
                    <a:pt x="484187" y="817562"/>
                  </a:lnTo>
                  <a:close/>
                  <a:moveTo>
                    <a:pt x="280987" y="817562"/>
                  </a:moveTo>
                  <a:lnTo>
                    <a:pt x="280987" y="944562"/>
                  </a:lnTo>
                  <a:lnTo>
                    <a:pt x="407987" y="944562"/>
                  </a:lnTo>
                  <a:lnTo>
                    <a:pt x="407987" y="817562"/>
                  </a:lnTo>
                  <a:lnTo>
                    <a:pt x="280987" y="817562"/>
                  </a:lnTo>
                  <a:close/>
                  <a:moveTo>
                    <a:pt x="2058987" y="604837"/>
                  </a:moveTo>
                  <a:lnTo>
                    <a:pt x="2058987" y="731837"/>
                  </a:lnTo>
                  <a:lnTo>
                    <a:pt x="2185987" y="731837"/>
                  </a:lnTo>
                  <a:lnTo>
                    <a:pt x="2185987" y="604837"/>
                  </a:lnTo>
                  <a:lnTo>
                    <a:pt x="2058987" y="604837"/>
                  </a:lnTo>
                  <a:close/>
                  <a:moveTo>
                    <a:pt x="1855787" y="604837"/>
                  </a:moveTo>
                  <a:lnTo>
                    <a:pt x="1855787" y="731837"/>
                  </a:lnTo>
                  <a:lnTo>
                    <a:pt x="1982787" y="731837"/>
                  </a:lnTo>
                  <a:lnTo>
                    <a:pt x="1982787" y="604837"/>
                  </a:lnTo>
                  <a:lnTo>
                    <a:pt x="1855787" y="604837"/>
                  </a:lnTo>
                  <a:close/>
                  <a:moveTo>
                    <a:pt x="1271587" y="604837"/>
                  </a:moveTo>
                  <a:lnTo>
                    <a:pt x="1271587" y="731837"/>
                  </a:lnTo>
                  <a:lnTo>
                    <a:pt x="1398587" y="731837"/>
                  </a:lnTo>
                  <a:lnTo>
                    <a:pt x="1398587" y="604837"/>
                  </a:lnTo>
                  <a:lnTo>
                    <a:pt x="1271587" y="604837"/>
                  </a:lnTo>
                  <a:close/>
                  <a:moveTo>
                    <a:pt x="1068387" y="604837"/>
                  </a:moveTo>
                  <a:lnTo>
                    <a:pt x="1068387" y="731837"/>
                  </a:lnTo>
                  <a:lnTo>
                    <a:pt x="1195387" y="731837"/>
                  </a:lnTo>
                  <a:lnTo>
                    <a:pt x="1195387" y="604837"/>
                  </a:lnTo>
                  <a:lnTo>
                    <a:pt x="1068387" y="604837"/>
                  </a:lnTo>
                  <a:close/>
                  <a:moveTo>
                    <a:pt x="484187" y="604837"/>
                  </a:moveTo>
                  <a:lnTo>
                    <a:pt x="484187" y="731837"/>
                  </a:lnTo>
                  <a:lnTo>
                    <a:pt x="612775" y="731837"/>
                  </a:lnTo>
                  <a:lnTo>
                    <a:pt x="612775" y="604837"/>
                  </a:lnTo>
                  <a:lnTo>
                    <a:pt x="484187" y="604837"/>
                  </a:lnTo>
                  <a:close/>
                  <a:moveTo>
                    <a:pt x="280987" y="604837"/>
                  </a:moveTo>
                  <a:lnTo>
                    <a:pt x="280987" y="731837"/>
                  </a:lnTo>
                  <a:lnTo>
                    <a:pt x="407987" y="731837"/>
                  </a:lnTo>
                  <a:lnTo>
                    <a:pt x="407987" y="604837"/>
                  </a:lnTo>
                  <a:lnTo>
                    <a:pt x="280987" y="604837"/>
                  </a:lnTo>
                  <a:close/>
                  <a:moveTo>
                    <a:pt x="1231588" y="82550"/>
                  </a:moveTo>
                  <a:lnTo>
                    <a:pt x="1229372" y="82869"/>
                  </a:lnTo>
                  <a:lnTo>
                    <a:pt x="1227156" y="83507"/>
                  </a:lnTo>
                  <a:lnTo>
                    <a:pt x="1224940" y="84145"/>
                  </a:lnTo>
                  <a:lnTo>
                    <a:pt x="1221458" y="86377"/>
                  </a:lnTo>
                  <a:lnTo>
                    <a:pt x="1217659" y="88928"/>
                  </a:lnTo>
                  <a:lnTo>
                    <a:pt x="1215443" y="92755"/>
                  </a:lnTo>
                  <a:lnTo>
                    <a:pt x="1213227" y="96263"/>
                  </a:lnTo>
                  <a:lnTo>
                    <a:pt x="1212594" y="98495"/>
                  </a:lnTo>
                  <a:lnTo>
                    <a:pt x="1211644" y="100408"/>
                  </a:lnTo>
                  <a:lnTo>
                    <a:pt x="1211327" y="102641"/>
                  </a:lnTo>
                  <a:lnTo>
                    <a:pt x="1211327" y="104873"/>
                  </a:lnTo>
                  <a:lnTo>
                    <a:pt x="1211327" y="168652"/>
                  </a:lnTo>
                  <a:lnTo>
                    <a:pt x="1148330" y="168652"/>
                  </a:lnTo>
                  <a:lnTo>
                    <a:pt x="1145798" y="168652"/>
                  </a:lnTo>
                  <a:lnTo>
                    <a:pt x="1143582" y="169290"/>
                  </a:lnTo>
                  <a:lnTo>
                    <a:pt x="1141366" y="169928"/>
                  </a:lnTo>
                  <a:lnTo>
                    <a:pt x="1139150" y="170566"/>
                  </a:lnTo>
                  <a:lnTo>
                    <a:pt x="1135667" y="172798"/>
                  </a:lnTo>
                  <a:lnTo>
                    <a:pt x="1132502" y="175349"/>
                  </a:lnTo>
                  <a:lnTo>
                    <a:pt x="1129653" y="178538"/>
                  </a:lnTo>
                  <a:lnTo>
                    <a:pt x="1127437" y="182684"/>
                  </a:lnTo>
                  <a:lnTo>
                    <a:pt x="1126804" y="184597"/>
                  </a:lnTo>
                  <a:lnTo>
                    <a:pt x="1126487" y="186829"/>
                  </a:lnTo>
                  <a:lnTo>
                    <a:pt x="1126170" y="189062"/>
                  </a:lnTo>
                  <a:lnTo>
                    <a:pt x="1125537" y="191294"/>
                  </a:lnTo>
                  <a:lnTo>
                    <a:pt x="1126170" y="193845"/>
                  </a:lnTo>
                  <a:lnTo>
                    <a:pt x="1126487" y="195759"/>
                  </a:lnTo>
                  <a:lnTo>
                    <a:pt x="1126804" y="197991"/>
                  </a:lnTo>
                  <a:lnTo>
                    <a:pt x="1127437" y="199904"/>
                  </a:lnTo>
                  <a:lnTo>
                    <a:pt x="1129653" y="203731"/>
                  </a:lnTo>
                  <a:lnTo>
                    <a:pt x="1132502" y="207239"/>
                  </a:lnTo>
                  <a:lnTo>
                    <a:pt x="1135667" y="210109"/>
                  </a:lnTo>
                  <a:lnTo>
                    <a:pt x="1139150" y="212022"/>
                  </a:lnTo>
                  <a:lnTo>
                    <a:pt x="1141366" y="212979"/>
                  </a:lnTo>
                  <a:lnTo>
                    <a:pt x="1143582" y="213298"/>
                  </a:lnTo>
                  <a:lnTo>
                    <a:pt x="1145798" y="213617"/>
                  </a:lnTo>
                  <a:lnTo>
                    <a:pt x="1148330" y="213617"/>
                  </a:lnTo>
                  <a:lnTo>
                    <a:pt x="1211327" y="213617"/>
                  </a:lnTo>
                  <a:lnTo>
                    <a:pt x="1211327" y="277396"/>
                  </a:lnTo>
                  <a:lnTo>
                    <a:pt x="1211327" y="279629"/>
                  </a:lnTo>
                  <a:lnTo>
                    <a:pt x="1211644" y="281861"/>
                  </a:lnTo>
                  <a:lnTo>
                    <a:pt x="1212594" y="284093"/>
                  </a:lnTo>
                  <a:lnTo>
                    <a:pt x="1213227" y="286325"/>
                  </a:lnTo>
                  <a:lnTo>
                    <a:pt x="1215443" y="290152"/>
                  </a:lnTo>
                  <a:lnTo>
                    <a:pt x="1217659" y="293341"/>
                  </a:lnTo>
                  <a:lnTo>
                    <a:pt x="1221458" y="296211"/>
                  </a:lnTo>
                  <a:lnTo>
                    <a:pt x="1224940" y="298125"/>
                  </a:lnTo>
                  <a:lnTo>
                    <a:pt x="1227156" y="298762"/>
                  </a:lnTo>
                  <a:lnTo>
                    <a:pt x="1229372" y="299400"/>
                  </a:lnTo>
                  <a:lnTo>
                    <a:pt x="1231588" y="300038"/>
                  </a:lnTo>
                  <a:lnTo>
                    <a:pt x="1233487" y="300038"/>
                  </a:lnTo>
                  <a:lnTo>
                    <a:pt x="1236020" y="300038"/>
                  </a:lnTo>
                  <a:lnTo>
                    <a:pt x="1238236" y="299400"/>
                  </a:lnTo>
                  <a:lnTo>
                    <a:pt x="1240452" y="298762"/>
                  </a:lnTo>
                  <a:lnTo>
                    <a:pt x="1242668" y="298125"/>
                  </a:lnTo>
                  <a:lnTo>
                    <a:pt x="1246150" y="296211"/>
                  </a:lnTo>
                  <a:lnTo>
                    <a:pt x="1249316" y="293341"/>
                  </a:lnTo>
                  <a:lnTo>
                    <a:pt x="1252165" y="290152"/>
                  </a:lnTo>
                  <a:lnTo>
                    <a:pt x="1254381" y="286325"/>
                  </a:lnTo>
                  <a:lnTo>
                    <a:pt x="1255014" y="284093"/>
                  </a:lnTo>
                  <a:lnTo>
                    <a:pt x="1255331" y="281861"/>
                  </a:lnTo>
                  <a:lnTo>
                    <a:pt x="1255964" y="279629"/>
                  </a:lnTo>
                  <a:lnTo>
                    <a:pt x="1256280" y="277396"/>
                  </a:lnTo>
                  <a:lnTo>
                    <a:pt x="1256280" y="213617"/>
                  </a:lnTo>
                  <a:lnTo>
                    <a:pt x="1319277" y="213617"/>
                  </a:lnTo>
                  <a:lnTo>
                    <a:pt x="1321493" y="213617"/>
                  </a:lnTo>
                  <a:lnTo>
                    <a:pt x="1324026" y="213298"/>
                  </a:lnTo>
                  <a:lnTo>
                    <a:pt x="1326242" y="212979"/>
                  </a:lnTo>
                  <a:lnTo>
                    <a:pt x="1327825" y="212022"/>
                  </a:lnTo>
                  <a:lnTo>
                    <a:pt x="1331940" y="210109"/>
                  </a:lnTo>
                  <a:lnTo>
                    <a:pt x="1335106" y="207239"/>
                  </a:lnTo>
                  <a:lnTo>
                    <a:pt x="1337955" y="203731"/>
                  </a:lnTo>
                  <a:lnTo>
                    <a:pt x="1339854" y="199904"/>
                  </a:lnTo>
                  <a:lnTo>
                    <a:pt x="1340804" y="197991"/>
                  </a:lnTo>
                  <a:lnTo>
                    <a:pt x="1341121" y="195759"/>
                  </a:lnTo>
                  <a:lnTo>
                    <a:pt x="1341437" y="193845"/>
                  </a:lnTo>
                  <a:lnTo>
                    <a:pt x="1341437" y="191294"/>
                  </a:lnTo>
                  <a:lnTo>
                    <a:pt x="1341437" y="189062"/>
                  </a:lnTo>
                  <a:lnTo>
                    <a:pt x="1341121" y="186829"/>
                  </a:lnTo>
                  <a:lnTo>
                    <a:pt x="1340804" y="184597"/>
                  </a:lnTo>
                  <a:lnTo>
                    <a:pt x="1339854" y="182684"/>
                  </a:lnTo>
                  <a:lnTo>
                    <a:pt x="1337955" y="178538"/>
                  </a:lnTo>
                  <a:lnTo>
                    <a:pt x="1335106" y="175349"/>
                  </a:lnTo>
                  <a:lnTo>
                    <a:pt x="1331940" y="172798"/>
                  </a:lnTo>
                  <a:lnTo>
                    <a:pt x="1327825" y="170566"/>
                  </a:lnTo>
                  <a:lnTo>
                    <a:pt x="1326242" y="169928"/>
                  </a:lnTo>
                  <a:lnTo>
                    <a:pt x="1324026" y="169290"/>
                  </a:lnTo>
                  <a:lnTo>
                    <a:pt x="1321493" y="168652"/>
                  </a:lnTo>
                  <a:lnTo>
                    <a:pt x="1319277" y="168652"/>
                  </a:lnTo>
                  <a:lnTo>
                    <a:pt x="1256280" y="168652"/>
                  </a:lnTo>
                  <a:lnTo>
                    <a:pt x="1256280" y="104873"/>
                  </a:lnTo>
                  <a:lnTo>
                    <a:pt x="1255964" y="102641"/>
                  </a:lnTo>
                  <a:lnTo>
                    <a:pt x="1255331" y="100408"/>
                  </a:lnTo>
                  <a:lnTo>
                    <a:pt x="1255014" y="98495"/>
                  </a:lnTo>
                  <a:lnTo>
                    <a:pt x="1254381" y="96263"/>
                  </a:lnTo>
                  <a:lnTo>
                    <a:pt x="1252165" y="92755"/>
                  </a:lnTo>
                  <a:lnTo>
                    <a:pt x="1249316" y="88928"/>
                  </a:lnTo>
                  <a:lnTo>
                    <a:pt x="1246150" y="86377"/>
                  </a:lnTo>
                  <a:lnTo>
                    <a:pt x="1242668" y="84145"/>
                  </a:lnTo>
                  <a:lnTo>
                    <a:pt x="1240452" y="83507"/>
                  </a:lnTo>
                  <a:lnTo>
                    <a:pt x="1238236" y="82869"/>
                  </a:lnTo>
                  <a:lnTo>
                    <a:pt x="1236020" y="82550"/>
                  </a:lnTo>
                  <a:lnTo>
                    <a:pt x="1233487" y="82550"/>
                  </a:lnTo>
                  <a:lnTo>
                    <a:pt x="1231588" y="82550"/>
                  </a:lnTo>
                  <a:close/>
                  <a:moveTo>
                    <a:pt x="830580" y="0"/>
                  </a:moveTo>
                  <a:lnTo>
                    <a:pt x="837248" y="0"/>
                  </a:lnTo>
                  <a:lnTo>
                    <a:pt x="1630998" y="0"/>
                  </a:lnTo>
                  <a:lnTo>
                    <a:pt x="1637666" y="0"/>
                  </a:lnTo>
                  <a:lnTo>
                    <a:pt x="1644333" y="953"/>
                  </a:lnTo>
                  <a:lnTo>
                    <a:pt x="1650683" y="1588"/>
                  </a:lnTo>
                  <a:lnTo>
                    <a:pt x="1657033" y="3176"/>
                  </a:lnTo>
                  <a:lnTo>
                    <a:pt x="1663383" y="4447"/>
                  </a:lnTo>
                  <a:lnTo>
                    <a:pt x="1669733" y="6352"/>
                  </a:lnTo>
                  <a:lnTo>
                    <a:pt x="1675448" y="8576"/>
                  </a:lnTo>
                  <a:lnTo>
                    <a:pt x="1681481" y="10481"/>
                  </a:lnTo>
                  <a:lnTo>
                    <a:pt x="1687196" y="13340"/>
                  </a:lnTo>
                  <a:lnTo>
                    <a:pt x="1692593" y="16199"/>
                  </a:lnTo>
                  <a:lnTo>
                    <a:pt x="1697991" y="19692"/>
                  </a:lnTo>
                  <a:lnTo>
                    <a:pt x="1703388" y="23186"/>
                  </a:lnTo>
                  <a:lnTo>
                    <a:pt x="1708468" y="26680"/>
                  </a:lnTo>
                  <a:lnTo>
                    <a:pt x="1713548" y="31127"/>
                  </a:lnTo>
                  <a:lnTo>
                    <a:pt x="1718311" y="34938"/>
                  </a:lnTo>
                  <a:lnTo>
                    <a:pt x="1722438" y="39702"/>
                  </a:lnTo>
                  <a:lnTo>
                    <a:pt x="1726883" y="44467"/>
                  </a:lnTo>
                  <a:lnTo>
                    <a:pt x="1731328" y="48913"/>
                  </a:lnTo>
                  <a:lnTo>
                    <a:pt x="1735138" y="54313"/>
                  </a:lnTo>
                  <a:lnTo>
                    <a:pt x="1738631" y="59395"/>
                  </a:lnTo>
                  <a:lnTo>
                    <a:pt x="1742123" y="65112"/>
                  </a:lnTo>
                  <a:lnTo>
                    <a:pt x="1745298" y="70511"/>
                  </a:lnTo>
                  <a:lnTo>
                    <a:pt x="1748156" y="76864"/>
                  </a:lnTo>
                  <a:lnTo>
                    <a:pt x="1750696" y="82581"/>
                  </a:lnTo>
                  <a:lnTo>
                    <a:pt x="1752918" y="88616"/>
                  </a:lnTo>
                  <a:lnTo>
                    <a:pt x="1754823" y="94968"/>
                  </a:lnTo>
                  <a:lnTo>
                    <a:pt x="1756728" y="101321"/>
                  </a:lnTo>
                  <a:lnTo>
                    <a:pt x="1758316" y="107991"/>
                  </a:lnTo>
                  <a:lnTo>
                    <a:pt x="1759268" y="114661"/>
                  </a:lnTo>
                  <a:lnTo>
                    <a:pt x="1759903" y="121331"/>
                  </a:lnTo>
                  <a:lnTo>
                    <a:pt x="1760538" y="128318"/>
                  </a:lnTo>
                  <a:lnTo>
                    <a:pt x="1760538" y="134988"/>
                  </a:lnTo>
                  <a:lnTo>
                    <a:pt x="1760538" y="382096"/>
                  </a:lnTo>
                  <a:lnTo>
                    <a:pt x="2193291" y="382096"/>
                  </a:lnTo>
                  <a:lnTo>
                    <a:pt x="2199641" y="382096"/>
                  </a:lnTo>
                  <a:lnTo>
                    <a:pt x="2206626" y="382731"/>
                  </a:lnTo>
                  <a:lnTo>
                    <a:pt x="2212976" y="383684"/>
                  </a:lnTo>
                  <a:lnTo>
                    <a:pt x="2219643" y="384637"/>
                  </a:lnTo>
                  <a:lnTo>
                    <a:pt x="2225676" y="386543"/>
                  </a:lnTo>
                  <a:lnTo>
                    <a:pt x="2231708" y="388131"/>
                  </a:lnTo>
                  <a:lnTo>
                    <a:pt x="2237741" y="390354"/>
                  </a:lnTo>
                  <a:lnTo>
                    <a:pt x="2243456" y="392895"/>
                  </a:lnTo>
                  <a:lnTo>
                    <a:pt x="2249488" y="395436"/>
                  </a:lnTo>
                  <a:lnTo>
                    <a:pt x="2255203" y="398612"/>
                  </a:lnTo>
                  <a:lnTo>
                    <a:pt x="2260601" y="402106"/>
                  </a:lnTo>
                  <a:lnTo>
                    <a:pt x="2265998" y="405600"/>
                  </a:lnTo>
                  <a:lnTo>
                    <a:pt x="2271078" y="409094"/>
                  </a:lnTo>
                  <a:lnTo>
                    <a:pt x="2275841" y="413540"/>
                  </a:lnTo>
                  <a:lnTo>
                    <a:pt x="2280603" y="417669"/>
                  </a:lnTo>
                  <a:lnTo>
                    <a:pt x="2285048" y="422116"/>
                  </a:lnTo>
                  <a:lnTo>
                    <a:pt x="2289175" y="427198"/>
                  </a:lnTo>
                  <a:lnTo>
                    <a:pt x="2293621" y="431962"/>
                  </a:lnTo>
                  <a:lnTo>
                    <a:pt x="2297113" y="437362"/>
                  </a:lnTo>
                  <a:lnTo>
                    <a:pt x="2300923" y="442444"/>
                  </a:lnTo>
                  <a:lnTo>
                    <a:pt x="2304415" y="447843"/>
                  </a:lnTo>
                  <a:lnTo>
                    <a:pt x="2307273" y="453878"/>
                  </a:lnTo>
                  <a:lnTo>
                    <a:pt x="2310131" y="459913"/>
                  </a:lnTo>
                  <a:lnTo>
                    <a:pt x="2312988" y="465947"/>
                  </a:lnTo>
                  <a:lnTo>
                    <a:pt x="2315211" y="471982"/>
                  </a:lnTo>
                  <a:lnTo>
                    <a:pt x="2317433" y="478652"/>
                  </a:lnTo>
                  <a:lnTo>
                    <a:pt x="2319021" y="485005"/>
                  </a:lnTo>
                  <a:lnTo>
                    <a:pt x="2320608" y="491675"/>
                  </a:lnTo>
                  <a:lnTo>
                    <a:pt x="2321561" y="498345"/>
                  </a:lnTo>
                  <a:lnTo>
                    <a:pt x="2322195" y="505332"/>
                  </a:lnTo>
                  <a:lnTo>
                    <a:pt x="2322831" y="512320"/>
                  </a:lnTo>
                  <a:lnTo>
                    <a:pt x="2323148" y="519307"/>
                  </a:lnTo>
                  <a:lnTo>
                    <a:pt x="2323148" y="1505833"/>
                  </a:lnTo>
                  <a:lnTo>
                    <a:pt x="2322831" y="1509644"/>
                  </a:lnTo>
                  <a:lnTo>
                    <a:pt x="2322195" y="1512820"/>
                  </a:lnTo>
                  <a:lnTo>
                    <a:pt x="2462213" y="1512820"/>
                  </a:lnTo>
                  <a:lnTo>
                    <a:pt x="2462213" y="1693863"/>
                  </a:lnTo>
                  <a:lnTo>
                    <a:pt x="0" y="1693863"/>
                  </a:lnTo>
                  <a:lnTo>
                    <a:pt x="0" y="1512820"/>
                  </a:lnTo>
                  <a:lnTo>
                    <a:pt x="133985" y="1512820"/>
                  </a:lnTo>
                  <a:lnTo>
                    <a:pt x="133668" y="1509644"/>
                  </a:lnTo>
                  <a:lnTo>
                    <a:pt x="133350" y="1505833"/>
                  </a:lnTo>
                  <a:lnTo>
                    <a:pt x="133350" y="519307"/>
                  </a:lnTo>
                  <a:lnTo>
                    <a:pt x="133350" y="512320"/>
                  </a:lnTo>
                  <a:lnTo>
                    <a:pt x="133985" y="505332"/>
                  </a:lnTo>
                  <a:lnTo>
                    <a:pt x="134620" y="498345"/>
                  </a:lnTo>
                  <a:lnTo>
                    <a:pt x="135890" y="491675"/>
                  </a:lnTo>
                  <a:lnTo>
                    <a:pt x="137160" y="485005"/>
                  </a:lnTo>
                  <a:lnTo>
                    <a:pt x="139065" y="478652"/>
                  </a:lnTo>
                  <a:lnTo>
                    <a:pt x="141288" y="471982"/>
                  </a:lnTo>
                  <a:lnTo>
                    <a:pt x="143193" y="465947"/>
                  </a:lnTo>
                  <a:lnTo>
                    <a:pt x="145733" y="459913"/>
                  </a:lnTo>
                  <a:lnTo>
                    <a:pt x="148590" y="453878"/>
                  </a:lnTo>
                  <a:lnTo>
                    <a:pt x="152083" y="447843"/>
                  </a:lnTo>
                  <a:lnTo>
                    <a:pt x="155258" y="442444"/>
                  </a:lnTo>
                  <a:lnTo>
                    <a:pt x="159068" y="437362"/>
                  </a:lnTo>
                  <a:lnTo>
                    <a:pt x="162878" y="431962"/>
                  </a:lnTo>
                  <a:lnTo>
                    <a:pt x="167005" y="427198"/>
                  </a:lnTo>
                  <a:lnTo>
                    <a:pt x="171450" y="422116"/>
                  </a:lnTo>
                  <a:lnTo>
                    <a:pt x="175578" y="417669"/>
                  </a:lnTo>
                  <a:lnTo>
                    <a:pt x="180340" y="413540"/>
                  </a:lnTo>
                  <a:lnTo>
                    <a:pt x="185420" y="409094"/>
                  </a:lnTo>
                  <a:lnTo>
                    <a:pt x="190500" y="405600"/>
                  </a:lnTo>
                  <a:lnTo>
                    <a:pt x="195898" y="402106"/>
                  </a:lnTo>
                  <a:lnTo>
                    <a:pt x="201295" y="398612"/>
                  </a:lnTo>
                  <a:lnTo>
                    <a:pt x="206693" y="395436"/>
                  </a:lnTo>
                  <a:lnTo>
                    <a:pt x="212408" y="392895"/>
                  </a:lnTo>
                  <a:lnTo>
                    <a:pt x="218440" y="390354"/>
                  </a:lnTo>
                  <a:lnTo>
                    <a:pt x="224155" y="388131"/>
                  </a:lnTo>
                  <a:lnTo>
                    <a:pt x="230823" y="386543"/>
                  </a:lnTo>
                  <a:lnTo>
                    <a:pt x="236855" y="384637"/>
                  </a:lnTo>
                  <a:lnTo>
                    <a:pt x="243205" y="383684"/>
                  </a:lnTo>
                  <a:lnTo>
                    <a:pt x="249873" y="382731"/>
                  </a:lnTo>
                  <a:lnTo>
                    <a:pt x="256223" y="382096"/>
                  </a:lnTo>
                  <a:lnTo>
                    <a:pt x="263208" y="382096"/>
                  </a:lnTo>
                  <a:lnTo>
                    <a:pt x="707073" y="382096"/>
                  </a:lnTo>
                  <a:lnTo>
                    <a:pt x="707073" y="134988"/>
                  </a:lnTo>
                  <a:lnTo>
                    <a:pt x="707390" y="128318"/>
                  </a:lnTo>
                  <a:lnTo>
                    <a:pt x="707708" y="121331"/>
                  </a:lnTo>
                  <a:lnTo>
                    <a:pt x="708978" y="114661"/>
                  </a:lnTo>
                  <a:lnTo>
                    <a:pt x="709930" y="107991"/>
                  </a:lnTo>
                  <a:lnTo>
                    <a:pt x="711518" y="101321"/>
                  </a:lnTo>
                  <a:lnTo>
                    <a:pt x="713105" y="94968"/>
                  </a:lnTo>
                  <a:lnTo>
                    <a:pt x="715010" y="88616"/>
                  </a:lnTo>
                  <a:lnTo>
                    <a:pt x="717550" y="82581"/>
                  </a:lnTo>
                  <a:lnTo>
                    <a:pt x="720090" y="76864"/>
                  </a:lnTo>
                  <a:lnTo>
                    <a:pt x="722948" y="70511"/>
                  </a:lnTo>
                  <a:lnTo>
                    <a:pt x="726123" y="65112"/>
                  </a:lnTo>
                  <a:lnTo>
                    <a:pt x="729298" y="59395"/>
                  </a:lnTo>
                  <a:lnTo>
                    <a:pt x="733108" y="54313"/>
                  </a:lnTo>
                  <a:lnTo>
                    <a:pt x="736918" y="48913"/>
                  </a:lnTo>
                  <a:lnTo>
                    <a:pt x="741045" y="44467"/>
                  </a:lnTo>
                  <a:lnTo>
                    <a:pt x="745173" y="39702"/>
                  </a:lnTo>
                  <a:lnTo>
                    <a:pt x="749935" y="34938"/>
                  </a:lnTo>
                  <a:lnTo>
                    <a:pt x="754698" y="31127"/>
                  </a:lnTo>
                  <a:lnTo>
                    <a:pt x="759143" y="26680"/>
                  </a:lnTo>
                  <a:lnTo>
                    <a:pt x="764540" y="23186"/>
                  </a:lnTo>
                  <a:lnTo>
                    <a:pt x="769620" y="19692"/>
                  </a:lnTo>
                  <a:lnTo>
                    <a:pt x="775018" y="16199"/>
                  </a:lnTo>
                  <a:lnTo>
                    <a:pt x="780733" y="13340"/>
                  </a:lnTo>
                  <a:lnTo>
                    <a:pt x="786448" y="10481"/>
                  </a:lnTo>
                  <a:lnTo>
                    <a:pt x="792480" y="8576"/>
                  </a:lnTo>
                  <a:lnTo>
                    <a:pt x="798513" y="6352"/>
                  </a:lnTo>
                  <a:lnTo>
                    <a:pt x="804545" y="4447"/>
                  </a:lnTo>
                  <a:lnTo>
                    <a:pt x="810895" y="3176"/>
                  </a:lnTo>
                  <a:lnTo>
                    <a:pt x="817563" y="1588"/>
                  </a:lnTo>
                  <a:lnTo>
                    <a:pt x="823913" y="953"/>
                  </a:lnTo>
                  <a:lnTo>
                    <a:pt x="830580"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a:solidFill>
                  <a:srgbClr val="FFFFFF"/>
                </a:solidFill>
                <a:latin typeface="微软雅黑" panose="020B0503020204020204" charset="-122"/>
                <a:ea typeface="微软雅黑" panose="020B0503020204020204" charset="-122"/>
              </a:endParaRPr>
            </a:p>
          </p:txBody>
        </p:sp>
        <p:sp>
          <p:nvSpPr>
            <p:cNvPr id="44" name="文本框 43"/>
            <p:cNvSpPr txBox="1"/>
            <p:nvPr/>
          </p:nvSpPr>
          <p:spPr>
            <a:xfrm>
              <a:off x="2846179" y="4022122"/>
              <a:ext cx="646331" cy="369332"/>
            </a:xfrm>
            <a:prstGeom prst="rect">
              <a:avLst/>
            </a:prstGeom>
            <a:noFill/>
          </p:spPr>
          <p:txBody>
            <a:bodyPr wrap="none" rtlCol="0">
              <a:spAutoFit/>
            </a:bodyPr>
            <a:lstStyle/>
            <a:p>
              <a:r>
                <a:rPr lang="zh-CN" altLang="en-US" dirty="0">
                  <a:solidFill>
                    <a:schemeClr val="bg1"/>
                  </a:solidFill>
                  <a:latin typeface="微软雅黑" panose="020B0503020204020204" charset="-122"/>
                  <a:ea typeface="微软雅黑" panose="020B0503020204020204" charset="-122"/>
                </a:rPr>
                <a:t>血站</a:t>
              </a:r>
              <a:endParaRPr lang="zh-CN" altLang="en-US" dirty="0">
                <a:solidFill>
                  <a:schemeClr val="bg1"/>
                </a:solidFill>
                <a:latin typeface="微软雅黑" panose="020B0503020204020204" charset="-122"/>
                <a:ea typeface="微软雅黑" panose="020B0503020204020204" charset="-122"/>
              </a:endParaRPr>
            </a:p>
          </p:txBody>
        </p:sp>
        <p:sp>
          <p:nvSpPr>
            <p:cNvPr id="45" name="文本框 44"/>
            <p:cNvSpPr txBox="1"/>
            <p:nvPr/>
          </p:nvSpPr>
          <p:spPr>
            <a:xfrm>
              <a:off x="6240588" y="2087795"/>
              <a:ext cx="646331" cy="369332"/>
            </a:xfrm>
            <a:prstGeom prst="rect">
              <a:avLst/>
            </a:prstGeom>
            <a:noFill/>
          </p:spPr>
          <p:txBody>
            <a:bodyPr wrap="none" rtlCol="0">
              <a:spAutoFit/>
            </a:bodyPr>
            <a:lstStyle/>
            <a:p>
              <a:r>
                <a:rPr lang="zh-CN" altLang="en-US" dirty="0">
                  <a:solidFill>
                    <a:schemeClr val="bg1"/>
                  </a:solidFill>
                  <a:latin typeface="微软雅黑" panose="020B0503020204020204" charset="-122"/>
                  <a:ea typeface="微软雅黑" panose="020B0503020204020204" charset="-122"/>
                </a:rPr>
                <a:t>医院</a:t>
              </a:r>
              <a:endParaRPr lang="zh-CN" altLang="en-US" dirty="0">
                <a:solidFill>
                  <a:schemeClr val="bg1"/>
                </a:solidFill>
                <a:latin typeface="微软雅黑" panose="020B0503020204020204" charset="-122"/>
                <a:ea typeface="微软雅黑" panose="020B0503020204020204" charset="-122"/>
              </a:endParaRPr>
            </a:p>
          </p:txBody>
        </p:sp>
        <p:sp>
          <p:nvSpPr>
            <p:cNvPr id="46" name="文本框 45"/>
            <p:cNvSpPr txBox="1"/>
            <p:nvPr/>
          </p:nvSpPr>
          <p:spPr>
            <a:xfrm>
              <a:off x="6316542" y="5823474"/>
              <a:ext cx="646331" cy="369332"/>
            </a:xfrm>
            <a:prstGeom prst="rect">
              <a:avLst/>
            </a:prstGeom>
            <a:noFill/>
          </p:spPr>
          <p:txBody>
            <a:bodyPr wrap="none" rtlCol="0">
              <a:spAutoFit/>
            </a:bodyPr>
            <a:lstStyle>
              <a:defPPr>
                <a:defRPr lang="zh-CN"/>
              </a:defPPr>
            </a:lstStyle>
            <a:p>
              <a:r>
                <a:rPr lang="zh-CN" altLang="en-US" dirty="0">
                  <a:solidFill>
                    <a:schemeClr val="bg1"/>
                  </a:solidFill>
                  <a:latin typeface="微软雅黑" panose="020B0503020204020204" charset="-122"/>
                  <a:ea typeface="微软雅黑" panose="020B0503020204020204" charset="-122"/>
                </a:rPr>
                <a:t>医院</a:t>
              </a:r>
              <a:endParaRPr lang="zh-CN" altLang="en-US" dirty="0">
                <a:solidFill>
                  <a:schemeClr val="bg1"/>
                </a:solidFill>
                <a:latin typeface="微软雅黑" panose="020B0503020204020204" charset="-122"/>
                <a:ea typeface="微软雅黑" panose="020B0503020204020204" charset="-122"/>
              </a:endParaRPr>
            </a:p>
          </p:txBody>
        </p:sp>
        <p:sp>
          <p:nvSpPr>
            <p:cNvPr id="71" name="医院"/>
            <p:cNvSpPr/>
            <p:nvPr/>
          </p:nvSpPr>
          <p:spPr bwMode="auto">
            <a:xfrm>
              <a:off x="7024435" y="3799884"/>
              <a:ext cx="326670" cy="326670"/>
            </a:xfrm>
            <a:custGeom>
              <a:avLst/>
              <a:gdLst>
                <a:gd name="T0" fmla="*/ 1855787 w 2462213"/>
                <a:gd name="T1" fmla="*/ 1260475 h 1693863"/>
                <a:gd name="T2" fmla="*/ 1271587 w 2462213"/>
                <a:gd name="T3" fmla="*/ 1387475 h 1693863"/>
                <a:gd name="T4" fmla="*/ 1195387 w 2462213"/>
                <a:gd name="T5" fmla="*/ 1387475 h 1693863"/>
                <a:gd name="T6" fmla="*/ 612775 w 2462213"/>
                <a:gd name="T7" fmla="*/ 1260475 h 1693863"/>
                <a:gd name="T8" fmla="*/ 280987 w 2462213"/>
                <a:gd name="T9" fmla="*/ 1260475 h 1693863"/>
                <a:gd name="T10" fmla="*/ 1855787 w 2462213"/>
                <a:gd name="T11" fmla="*/ 1047750 h 1693863"/>
                <a:gd name="T12" fmla="*/ 1271587 w 2462213"/>
                <a:gd name="T13" fmla="*/ 1174750 h 1693863"/>
                <a:gd name="T14" fmla="*/ 1195387 w 2462213"/>
                <a:gd name="T15" fmla="*/ 1174750 h 1693863"/>
                <a:gd name="T16" fmla="*/ 612775 w 2462213"/>
                <a:gd name="T17" fmla="*/ 1047750 h 1693863"/>
                <a:gd name="T18" fmla="*/ 280987 w 2462213"/>
                <a:gd name="T19" fmla="*/ 1047750 h 1693863"/>
                <a:gd name="T20" fmla="*/ 1855787 w 2462213"/>
                <a:gd name="T21" fmla="*/ 817562 h 1693863"/>
                <a:gd name="T22" fmla="*/ 1271587 w 2462213"/>
                <a:gd name="T23" fmla="*/ 944562 h 1693863"/>
                <a:gd name="T24" fmla="*/ 1195387 w 2462213"/>
                <a:gd name="T25" fmla="*/ 944562 h 1693863"/>
                <a:gd name="T26" fmla="*/ 612775 w 2462213"/>
                <a:gd name="T27" fmla="*/ 817562 h 1693863"/>
                <a:gd name="T28" fmla="*/ 280987 w 2462213"/>
                <a:gd name="T29" fmla="*/ 817562 h 1693863"/>
                <a:gd name="T30" fmla="*/ 1855787 w 2462213"/>
                <a:gd name="T31" fmla="*/ 604837 h 1693863"/>
                <a:gd name="T32" fmla="*/ 1271587 w 2462213"/>
                <a:gd name="T33" fmla="*/ 731837 h 1693863"/>
                <a:gd name="T34" fmla="*/ 1195387 w 2462213"/>
                <a:gd name="T35" fmla="*/ 731837 h 1693863"/>
                <a:gd name="T36" fmla="*/ 612775 w 2462213"/>
                <a:gd name="T37" fmla="*/ 604837 h 1693863"/>
                <a:gd name="T38" fmla="*/ 280987 w 2462213"/>
                <a:gd name="T39" fmla="*/ 604837 h 1693863"/>
                <a:gd name="T40" fmla="*/ 1217659 w 2462213"/>
                <a:gd name="T41" fmla="*/ 88928 h 1693863"/>
                <a:gd name="T42" fmla="*/ 1211327 w 2462213"/>
                <a:gd name="T43" fmla="*/ 104873 h 1693863"/>
                <a:gd name="T44" fmla="*/ 1139150 w 2462213"/>
                <a:gd name="T45" fmla="*/ 170566 h 1693863"/>
                <a:gd name="T46" fmla="*/ 1126487 w 2462213"/>
                <a:gd name="T47" fmla="*/ 186829 h 1693863"/>
                <a:gd name="T48" fmla="*/ 1127437 w 2462213"/>
                <a:gd name="T49" fmla="*/ 199904 h 1693863"/>
                <a:gd name="T50" fmla="*/ 1143582 w 2462213"/>
                <a:gd name="T51" fmla="*/ 213298 h 1693863"/>
                <a:gd name="T52" fmla="*/ 1211644 w 2462213"/>
                <a:gd name="T53" fmla="*/ 281861 h 1693863"/>
                <a:gd name="T54" fmla="*/ 1224940 w 2462213"/>
                <a:gd name="T55" fmla="*/ 298125 h 1693863"/>
                <a:gd name="T56" fmla="*/ 1238236 w 2462213"/>
                <a:gd name="T57" fmla="*/ 299400 h 1693863"/>
                <a:gd name="T58" fmla="*/ 1254381 w 2462213"/>
                <a:gd name="T59" fmla="*/ 286325 h 1693863"/>
                <a:gd name="T60" fmla="*/ 1319277 w 2462213"/>
                <a:gd name="T61" fmla="*/ 213617 h 1693863"/>
                <a:gd name="T62" fmla="*/ 1335106 w 2462213"/>
                <a:gd name="T63" fmla="*/ 207239 h 1693863"/>
                <a:gd name="T64" fmla="*/ 1341437 w 2462213"/>
                <a:gd name="T65" fmla="*/ 191294 h 1693863"/>
                <a:gd name="T66" fmla="*/ 1335106 w 2462213"/>
                <a:gd name="T67" fmla="*/ 175349 h 1693863"/>
                <a:gd name="T68" fmla="*/ 1319277 w 2462213"/>
                <a:gd name="T69" fmla="*/ 168652 h 1693863"/>
                <a:gd name="T70" fmla="*/ 1254381 w 2462213"/>
                <a:gd name="T71" fmla="*/ 96263 h 1693863"/>
                <a:gd name="T72" fmla="*/ 1238236 w 2462213"/>
                <a:gd name="T73" fmla="*/ 82869 h 1693863"/>
                <a:gd name="T74" fmla="*/ 1630998 w 2462213"/>
                <a:gd name="T75" fmla="*/ 0 h 1693863"/>
                <a:gd name="T76" fmla="*/ 1669733 w 2462213"/>
                <a:gd name="T77" fmla="*/ 6352 h 1693863"/>
                <a:gd name="T78" fmla="*/ 1703388 w 2462213"/>
                <a:gd name="T79" fmla="*/ 23186 h 1693863"/>
                <a:gd name="T80" fmla="*/ 1731328 w 2462213"/>
                <a:gd name="T81" fmla="*/ 48913 h 1693863"/>
                <a:gd name="T82" fmla="*/ 1750696 w 2462213"/>
                <a:gd name="T83" fmla="*/ 82581 h 1693863"/>
                <a:gd name="T84" fmla="*/ 1759903 w 2462213"/>
                <a:gd name="T85" fmla="*/ 121331 h 1693863"/>
                <a:gd name="T86" fmla="*/ 2206626 w 2462213"/>
                <a:gd name="T87" fmla="*/ 382731 h 1693863"/>
                <a:gd name="T88" fmla="*/ 2243456 w 2462213"/>
                <a:gd name="T89" fmla="*/ 392895 h 1693863"/>
                <a:gd name="T90" fmla="*/ 2275841 w 2462213"/>
                <a:gd name="T91" fmla="*/ 413540 h 1693863"/>
                <a:gd name="T92" fmla="*/ 2300923 w 2462213"/>
                <a:gd name="T93" fmla="*/ 442444 h 1693863"/>
                <a:gd name="T94" fmla="*/ 2317433 w 2462213"/>
                <a:gd name="T95" fmla="*/ 478652 h 1693863"/>
                <a:gd name="T96" fmla="*/ 2323148 w 2462213"/>
                <a:gd name="T97" fmla="*/ 519307 h 1693863"/>
                <a:gd name="T98" fmla="*/ 0 w 2462213"/>
                <a:gd name="T99" fmla="*/ 1693863 h 1693863"/>
                <a:gd name="T100" fmla="*/ 133350 w 2462213"/>
                <a:gd name="T101" fmla="*/ 512320 h 1693863"/>
                <a:gd name="T102" fmla="*/ 141288 w 2462213"/>
                <a:gd name="T103" fmla="*/ 471982 h 1693863"/>
                <a:gd name="T104" fmla="*/ 159068 w 2462213"/>
                <a:gd name="T105" fmla="*/ 437362 h 1693863"/>
                <a:gd name="T106" fmla="*/ 185420 w 2462213"/>
                <a:gd name="T107" fmla="*/ 409094 h 1693863"/>
                <a:gd name="T108" fmla="*/ 218440 w 2462213"/>
                <a:gd name="T109" fmla="*/ 390354 h 1693863"/>
                <a:gd name="T110" fmla="*/ 256223 w 2462213"/>
                <a:gd name="T111" fmla="*/ 382096 h 1693863"/>
                <a:gd name="T112" fmla="*/ 708978 w 2462213"/>
                <a:gd name="T113" fmla="*/ 114661 h 1693863"/>
                <a:gd name="T114" fmla="*/ 720090 w 2462213"/>
                <a:gd name="T115" fmla="*/ 76864 h 1693863"/>
                <a:gd name="T116" fmla="*/ 741045 w 2462213"/>
                <a:gd name="T117" fmla="*/ 44467 h 1693863"/>
                <a:gd name="T118" fmla="*/ 769620 w 2462213"/>
                <a:gd name="T119" fmla="*/ 19692 h 1693863"/>
                <a:gd name="T120" fmla="*/ 804545 w 2462213"/>
                <a:gd name="T121" fmla="*/ 4447 h 1693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62213" h="1693863">
                  <a:moveTo>
                    <a:pt x="2058987" y="1260475"/>
                  </a:moveTo>
                  <a:lnTo>
                    <a:pt x="2058987" y="1387475"/>
                  </a:lnTo>
                  <a:lnTo>
                    <a:pt x="2185987" y="1387475"/>
                  </a:lnTo>
                  <a:lnTo>
                    <a:pt x="2185987" y="1260475"/>
                  </a:lnTo>
                  <a:lnTo>
                    <a:pt x="2058987" y="1260475"/>
                  </a:lnTo>
                  <a:close/>
                  <a:moveTo>
                    <a:pt x="1855787" y="1260475"/>
                  </a:moveTo>
                  <a:lnTo>
                    <a:pt x="1855787" y="1387475"/>
                  </a:lnTo>
                  <a:lnTo>
                    <a:pt x="1982787" y="1387475"/>
                  </a:lnTo>
                  <a:lnTo>
                    <a:pt x="1982787" y="1260475"/>
                  </a:lnTo>
                  <a:lnTo>
                    <a:pt x="1855787" y="1260475"/>
                  </a:lnTo>
                  <a:close/>
                  <a:moveTo>
                    <a:pt x="1271587" y="1260475"/>
                  </a:moveTo>
                  <a:lnTo>
                    <a:pt x="1271587" y="1387475"/>
                  </a:lnTo>
                  <a:lnTo>
                    <a:pt x="1398587" y="1387475"/>
                  </a:lnTo>
                  <a:lnTo>
                    <a:pt x="1398587" y="1260475"/>
                  </a:lnTo>
                  <a:lnTo>
                    <a:pt x="1271587" y="1260475"/>
                  </a:lnTo>
                  <a:close/>
                  <a:moveTo>
                    <a:pt x="1068387" y="1260475"/>
                  </a:moveTo>
                  <a:lnTo>
                    <a:pt x="1068387" y="1387475"/>
                  </a:lnTo>
                  <a:lnTo>
                    <a:pt x="1195387" y="1387475"/>
                  </a:lnTo>
                  <a:lnTo>
                    <a:pt x="1195387" y="1260475"/>
                  </a:lnTo>
                  <a:lnTo>
                    <a:pt x="1068387" y="1260475"/>
                  </a:lnTo>
                  <a:close/>
                  <a:moveTo>
                    <a:pt x="484187" y="1260475"/>
                  </a:moveTo>
                  <a:lnTo>
                    <a:pt x="484187" y="1387475"/>
                  </a:lnTo>
                  <a:lnTo>
                    <a:pt x="612775" y="1387475"/>
                  </a:lnTo>
                  <a:lnTo>
                    <a:pt x="612775" y="1260475"/>
                  </a:lnTo>
                  <a:lnTo>
                    <a:pt x="484187" y="1260475"/>
                  </a:lnTo>
                  <a:close/>
                  <a:moveTo>
                    <a:pt x="280987" y="1260475"/>
                  </a:moveTo>
                  <a:lnTo>
                    <a:pt x="280987" y="1387475"/>
                  </a:lnTo>
                  <a:lnTo>
                    <a:pt x="407987" y="1387475"/>
                  </a:lnTo>
                  <a:lnTo>
                    <a:pt x="407987" y="1260475"/>
                  </a:lnTo>
                  <a:lnTo>
                    <a:pt x="280987" y="1260475"/>
                  </a:lnTo>
                  <a:close/>
                  <a:moveTo>
                    <a:pt x="2058987" y="1047750"/>
                  </a:moveTo>
                  <a:lnTo>
                    <a:pt x="2058987" y="1174750"/>
                  </a:lnTo>
                  <a:lnTo>
                    <a:pt x="2185987" y="1174750"/>
                  </a:lnTo>
                  <a:lnTo>
                    <a:pt x="2185987" y="1047750"/>
                  </a:lnTo>
                  <a:lnTo>
                    <a:pt x="2058987" y="1047750"/>
                  </a:lnTo>
                  <a:close/>
                  <a:moveTo>
                    <a:pt x="1855787" y="1047750"/>
                  </a:moveTo>
                  <a:lnTo>
                    <a:pt x="1855787" y="1174750"/>
                  </a:lnTo>
                  <a:lnTo>
                    <a:pt x="1982787" y="1174750"/>
                  </a:lnTo>
                  <a:lnTo>
                    <a:pt x="1982787" y="1047750"/>
                  </a:lnTo>
                  <a:lnTo>
                    <a:pt x="1855787" y="1047750"/>
                  </a:lnTo>
                  <a:close/>
                  <a:moveTo>
                    <a:pt x="1271587" y="1047750"/>
                  </a:moveTo>
                  <a:lnTo>
                    <a:pt x="1271587" y="1174750"/>
                  </a:lnTo>
                  <a:lnTo>
                    <a:pt x="1398587" y="1174750"/>
                  </a:lnTo>
                  <a:lnTo>
                    <a:pt x="1398587" y="1047750"/>
                  </a:lnTo>
                  <a:lnTo>
                    <a:pt x="1271587" y="1047750"/>
                  </a:lnTo>
                  <a:close/>
                  <a:moveTo>
                    <a:pt x="1068387" y="1047750"/>
                  </a:moveTo>
                  <a:lnTo>
                    <a:pt x="1068387" y="1174750"/>
                  </a:lnTo>
                  <a:lnTo>
                    <a:pt x="1195387" y="1174750"/>
                  </a:lnTo>
                  <a:lnTo>
                    <a:pt x="1195387" y="1047750"/>
                  </a:lnTo>
                  <a:lnTo>
                    <a:pt x="1068387" y="1047750"/>
                  </a:lnTo>
                  <a:close/>
                  <a:moveTo>
                    <a:pt x="484187" y="1047750"/>
                  </a:moveTo>
                  <a:lnTo>
                    <a:pt x="484187" y="1174750"/>
                  </a:lnTo>
                  <a:lnTo>
                    <a:pt x="612775" y="1174750"/>
                  </a:lnTo>
                  <a:lnTo>
                    <a:pt x="612775" y="1047750"/>
                  </a:lnTo>
                  <a:lnTo>
                    <a:pt x="484187" y="1047750"/>
                  </a:lnTo>
                  <a:close/>
                  <a:moveTo>
                    <a:pt x="280987" y="1047750"/>
                  </a:moveTo>
                  <a:lnTo>
                    <a:pt x="280987" y="1174750"/>
                  </a:lnTo>
                  <a:lnTo>
                    <a:pt x="407987" y="1174750"/>
                  </a:lnTo>
                  <a:lnTo>
                    <a:pt x="407987" y="1047750"/>
                  </a:lnTo>
                  <a:lnTo>
                    <a:pt x="280987" y="1047750"/>
                  </a:lnTo>
                  <a:close/>
                  <a:moveTo>
                    <a:pt x="2058987" y="817562"/>
                  </a:moveTo>
                  <a:lnTo>
                    <a:pt x="2058987" y="944562"/>
                  </a:lnTo>
                  <a:lnTo>
                    <a:pt x="2185987" y="944562"/>
                  </a:lnTo>
                  <a:lnTo>
                    <a:pt x="2185987" y="817562"/>
                  </a:lnTo>
                  <a:lnTo>
                    <a:pt x="2058987" y="817562"/>
                  </a:lnTo>
                  <a:close/>
                  <a:moveTo>
                    <a:pt x="1855787" y="817562"/>
                  </a:moveTo>
                  <a:lnTo>
                    <a:pt x="1855787" y="944562"/>
                  </a:lnTo>
                  <a:lnTo>
                    <a:pt x="1982787" y="944562"/>
                  </a:lnTo>
                  <a:lnTo>
                    <a:pt x="1982787" y="817562"/>
                  </a:lnTo>
                  <a:lnTo>
                    <a:pt x="1855787" y="817562"/>
                  </a:lnTo>
                  <a:close/>
                  <a:moveTo>
                    <a:pt x="1271587" y="817562"/>
                  </a:moveTo>
                  <a:lnTo>
                    <a:pt x="1271587" y="944562"/>
                  </a:lnTo>
                  <a:lnTo>
                    <a:pt x="1398587" y="944562"/>
                  </a:lnTo>
                  <a:lnTo>
                    <a:pt x="1398587" y="817562"/>
                  </a:lnTo>
                  <a:lnTo>
                    <a:pt x="1271587" y="817562"/>
                  </a:lnTo>
                  <a:close/>
                  <a:moveTo>
                    <a:pt x="1068387" y="817562"/>
                  </a:moveTo>
                  <a:lnTo>
                    <a:pt x="1068387" y="944562"/>
                  </a:lnTo>
                  <a:lnTo>
                    <a:pt x="1195387" y="944562"/>
                  </a:lnTo>
                  <a:lnTo>
                    <a:pt x="1195387" y="817562"/>
                  </a:lnTo>
                  <a:lnTo>
                    <a:pt x="1068387" y="817562"/>
                  </a:lnTo>
                  <a:close/>
                  <a:moveTo>
                    <a:pt x="484187" y="817562"/>
                  </a:moveTo>
                  <a:lnTo>
                    <a:pt x="484187" y="944562"/>
                  </a:lnTo>
                  <a:lnTo>
                    <a:pt x="612775" y="944562"/>
                  </a:lnTo>
                  <a:lnTo>
                    <a:pt x="612775" y="817562"/>
                  </a:lnTo>
                  <a:lnTo>
                    <a:pt x="484187" y="817562"/>
                  </a:lnTo>
                  <a:close/>
                  <a:moveTo>
                    <a:pt x="280987" y="817562"/>
                  </a:moveTo>
                  <a:lnTo>
                    <a:pt x="280987" y="944562"/>
                  </a:lnTo>
                  <a:lnTo>
                    <a:pt x="407987" y="944562"/>
                  </a:lnTo>
                  <a:lnTo>
                    <a:pt x="407987" y="817562"/>
                  </a:lnTo>
                  <a:lnTo>
                    <a:pt x="280987" y="817562"/>
                  </a:lnTo>
                  <a:close/>
                  <a:moveTo>
                    <a:pt x="2058987" y="604837"/>
                  </a:moveTo>
                  <a:lnTo>
                    <a:pt x="2058987" y="731837"/>
                  </a:lnTo>
                  <a:lnTo>
                    <a:pt x="2185987" y="731837"/>
                  </a:lnTo>
                  <a:lnTo>
                    <a:pt x="2185987" y="604837"/>
                  </a:lnTo>
                  <a:lnTo>
                    <a:pt x="2058987" y="604837"/>
                  </a:lnTo>
                  <a:close/>
                  <a:moveTo>
                    <a:pt x="1855787" y="604837"/>
                  </a:moveTo>
                  <a:lnTo>
                    <a:pt x="1855787" y="731837"/>
                  </a:lnTo>
                  <a:lnTo>
                    <a:pt x="1982787" y="731837"/>
                  </a:lnTo>
                  <a:lnTo>
                    <a:pt x="1982787" y="604837"/>
                  </a:lnTo>
                  <a:lnTo>
                    <a:pt x="1855787" y="604837"/>
                  </a:lnTo>
                  <a:close/>
                  <a:moveTo>
                    <a:pt x="1271587" y="604837"/>
                  </a:moveTo>
                  <a:lnTo>
                    <a:pt x="1271587" y="731837"/>
                  </a:lnTo>
                  <a:lnTo>
                    <a:pt x="1398587" y="731837"/>
                  </a:lnTo>
                  <a:lnTo>
                    <a:pt x="1398587" y="604837"/>
                  </a:lnTo>
                  <a:lnTo>
                    <a:pt x="1271587" y="604837"/>
                  </a:lnTo>
                  <a:close/>
                  <a:moveTo>
                    <a:pt x="1068387" y="604837"/>
                  </a:moveTo>
                  <a:lnTo>
                    <a:pt x="1068387" y="731837"/>
                  </a:lnTo>
                  <a:lnTo>
                    <a:pt x="1195387" y="731837"/>
                  </a:lnTo>
                  <a:lnTo>
                    <a:pt x="1195387" y="604837"/>
                  </a:lnTo>
                  <a:lnTo>
                    <a:pt x="1068387" y="604837"/>
                  </a:lnTo>
                  <a:close/>
                  <a:moveTo>
                    <a:pt x="484187" y="604837"/>
                  </a:moveTo>
                  <a:lnTo>
                    <a:pt x="484187" y="731837"/>
                  </a:lnTo>
                  <a:lnTo>
                    <a:pt x="612775" y="731837"/>
                  </a:lnTo>
                  <a:lnTo>
                    <a:pt x="612775" y="604837"/>
                  </a:lnTo>
                  <a:lnTo>
                    <a:pt x="484187" y="604837"/>
                  </a:lnTo>
                  <a:close/>
                  <a:moveTo>
                    <a:pt x="280987" y="604837"/>
                  </a:moveTo>
                  <a:lnTo>
                    <a:pt x="280987" y="731837"/>
                  </a:lnTo>
                  <a:lnTo>
                    <a:pt x="407987" y="731837"/>
                  </a:lnTo>
                  <a:lnTo>
                    <a:pt x="407987" y="604837"/>
                  </a:lnTo>
                  <a:lnTo>
                    <a:pt x="280987" y="604837"/>
                  </a:lnTo>
                  <a:close/>
                  <a:moveTo>
                    <a:pt x="1231588" y="82550"/>
                  </a:moveTo>
                  <a:lnTo>
                    <a:pt x="1229372" y="82869"/>
                  </a:lnTo>
                  <a:lnTo>
                    <a:pt x="1227156" y="83507"/>
                  </a:lnTo>
                  <a:lnTo>
                    <a:pt x="1224940" y="84145"/>
                  </a:lnTo>
                  <a:lnTo>
                    <a:pt x="1221458" y="86377"/>
                  </a:lnTo>
                  <a:lnTo>
                    <a:pt x="1217659" y="88928"/>
                  </a:lnTo>
                  <a:lnTo>
                    <a:pt x="1215443" y="92755"/>
                  </a:lnTo>
                  <a:lnTo>
                    <a:pt x="1213227" y="96263"/>
                  </a:lnTo>
                  <a:lnTo>
                    <a:pt x="1212594" y="98495"/>
                  </a:lnTo>
                  <a:lnTo>
                    <a:pt x="1211644" y="100408"/>
                  </a:lnTo>
                  <a:lnTo>
                    <a:pt x="1211327" y="102641"/>
                  </a:lnTo>
                  <a:lnTo>
                    <a:pt x="1211327" y="104873"/>
                  </a:lnTo>
                  <a:lnTo>
                    <a:pt x="1211327" y="168652"/>
                  </a:lnTo>
                  <a:lnTo>
                    <a:pt x="1148330" y="168652"/>
                  </a:lnTo>
                  <a:lnTo>
                    <a:pt x="1145798" y="168652"/>
                  </a:lnTo>
                  <a:lnTo>
                    <a:pt x="1143582" y="169290"/>
                  </a:lnTo>
                  <a:lnTo>
                    <a:pt x="1141366" y="169928"/>
                  </a:lnTo>
                  <a:lnTo>
                    <a:pt x="1139150" y="170566"/>
                  </a:lnTo>
                  <a:lnTo>
                    <a:pt x="1135667" y="172798"/>
                  </a:lnTo>
                  <a:lnTo>
                    <a:pt x="1132502" y="175349"/>
                  </a:lnTo>
                  <a:lnTo>
                    <a:pt x="1129653" y="178538"/>
                  </a:lnTo>
                  <a:lnTo>
                    <a:pt x="1127437" y="182684"/>
                  </a:lnTo>
                  <a:lnTo>
                    <a:pt x="1126804" y="184597"/>
                  </a:lnTo>
                  <a:lnTo>
                    <a:pt x="1126487" y="186829"/>
                  </a:lnTo>
                  <a:lnTo>
                    <a:pt x="1126170" y="189062"/>
                  </a:lnTo>
                  <a:lnTo>
                    <a:pt x="1125537" y="191294"/>
                  </a:lnTo>
                  <a:lnTo>
                    <a:pt x="1126170" y="193845"/>
                  </a:lnTo>
                  <a:lnTo>
                    <a:pt x="1126487" y="195759"/>
                  </a:lnTo>
                  <a:lnTo>
                    <a:pt x="1126804" y="197991"/>
                  </a:lnTo>
                  <a:lnTo>
                    <a:pt x="1127437" y="199904"/>
                  </a:lnTo>
                  <a:lnTo>
                    <a:pt x="1129653" y="203731"/>
                  </a:lnTo>
                  <a:lnTo>
                    <a:pt x="1132502" y="207239"/>
                  </a:lnTo>
                  <a:lnTo>
                    <a:pt x="1135667" y="210109"/>
                  </a:lnTo>
                  <a:lnTo>
                    <a:pt x="1139150" y="212022"/>
                  </a:lnTo>
                  <a:lnTo>
                    <a:pt x="1141366" y="212979"/>
                  </a:lnTo>
                  <a:lnTo>
                    <a:pt x="1143582" y="213298"/>
                  </a:lnTo>
                  <a:lnTo>
                    <a:pt x="1145798" y="213617"/>
                  </a:lnTo>
                  <a:lnTo>
                    <a:pt x="1148330" y="213617"/>
                  </a:lnTo>
                  <a:lnTo>
                    <a:pt x="1211327" y="213617"/>
                  </a:lnTo>
                  <a:lnTo>
                    <a:pt x="1211327" y="277396"/>
                  </a:lnTo>
                  <a:lnTo>
                    <a:pt x="1211327" y="279629"/>
                  </a:lnTo>
                  <a:lnTo>
                    <a:pt x="1211644" y="281861"/>
                  </a:lnTo>
                  <a:lnTo>
                    <a:pt x="1212594" y="284093"/>
                  </a:lnTo>
                  <a:lnTo>
                    <a:pt x="1213227" y="286325"/>
                  </a:lnTo>
                  <a:lnTo>
                    <a:pt x="1215443" y="290152"/>
                  </a:lnTo>
                  <a:lnTo>
                    <a:pt x="1217659" y="293341"/>
                  </a:lnTo>
                  <a:lnTo>
                    <a:pt x="1221458" y="296211"/>
                  </a:lnTo>
                  <a:lnTo>
                    <a:pt x="1224940" y="298125"/>
                  </a:lnTo>
                  <a:lnTo>
                    <a:pt x="1227156" y="298762"/>
                  </a:lnTo>
                  <a:lnTo>
                    <a:pt x="1229372" y="299400"/>
                  </a:lnTo>
                  <a:lnTo>
                    <a:pt x="1231588" y="300038"/>
                  </a:lnTo>
                  <a:lnTo>
                    <a:pt x="1233487" y="300038"/>
                  </a:lnTo>
                  <a:lnTo>
                    <a:pt x="1236020" y="300038"/>
                  </a:lnTo>
                  <a:lnTo>
                    <a:pt x="1238236" y="299400"/>
                  </a:lnTo>
                  <a:lnTo>
                    <a:pt x="1240452" y="298762"/>
                  </a:lnTo>
                  <a:lnTo>
                    <a:pt x="1242668" y="298125"/>
                  </a:lnTo>
                  <a:lnTo>
                    <a:pt x="1246150" y="296211"/>
                  </a:lnTo>
                  <a:lnTo>
                    <a:pt x="1249316" y="293341"/>
                  </a:lnTo>
                  <a:lnTo>
                    <a:pt x="1252165" y="290152"/>
                  </a:lnTo>
                  <a:lnTo>
                    <a:pt x="1254381" y="286325"/>
                  </a:lnTo>
                  <a:lnTo>
                    <a:pt x="1255014" y="284093"/>
                  </a:lnTo>
                  <a:lnTo>
                    <a:pt x="1255331" y="281861"/>
                  </a:lnTo>
                  <a:lnTo>
                    <a:pt x="1255964" y="279629"/>
                  </a:lnTo>
                  <a:lnTo>
                    <a:pt x="1256280" y="277396"/>
                  </a:lnTo>
                  <a:lnTo>
                    <a:pt x="1256280" y="213617"/>
                  </a:lnTo>
                  <a:lnTo>
                    <a:pt x="1319277" y="213617"/>
                  </a:lnTo>
                  <a:lnTo>
                    <a:pt x="1321493" y="213617"/>
                  </a:lnTo>
                  <a:lnTo>
                    <a:pt x="1324026" y="213298"/>
                  </a:lnTo>
                  <a:lnTo>
                    <a:pt x="1326242" y="212979"/>
                  </a:lnTo>
                  <a:lnTo>
                    <a:pt x="1327825" y="212022"/>
                  </a:lnTo>
                  <a:lnTo>
                    <a:pt x="1331940" y="210109"/>
                  </a:lnTo>
                  <a:lnTo>
                    <a:pt x="1335106" y="207239"/>
                  </a:lnTo>
                  <a:lnTo>
                    <a:pt x="1337955" y="203731"/>
                  </a:lnTo>
                  <a:lnTo>
                    <a:pt x="1339854" y="199904"/>
                  </a:lnTo>
                  <a:lnTo>
                    <a:pt x="1340804" y="197991"/>
                  </a:lnTo>
                  <a:lnTo>
                    <a:pt x="1341121" y="195759"/>
                  </a:lnTo>
                  <a:lnTo>
                    <a:pt x="1341437" y="193845"/>
                  </a:lnTo>
                  <a:lnTo>
                    <a:pt x="1341437" y="191294"/>
                  </a:lnTo>
                  <a:lnTo>
                    <a:pt x="1341437" y="189062"/>
                  </a:lnTo>
                  <a:lnTo>
                    <a:pt x="1341121" y="186829"/>
                  </a:lnTo>
                  <a:lnTo>
                    <a:pt x="1340804" y="184597"/>
                  </a:lnTo>
                  <a:lnTo>
                    <a:pt x="1339854" y="182684"/>
                  </a:lnTo>
                  <a:lnTo>
                    <a:pt x="1337955" y="178538"/>
                  </a:lnTo>
                  <a:lnTo>
                    <a:pt x="1335106" y="175349"/>
                  </a:lnTo>
                  <a:lnTo>
                    <a:pt x="1331940" y="172798"/>
                  </a:lnTo>
                  <a:lnTo>
                    <a:pt x="1327825" y="170566"/>
                  </a:lnTo>
                  <a:lnTo>
                    <a:pt x="1326242" y="169928"/>
                  </a:lnTo>
                  <a:lnTo>
                    <a:pt x="1324026" y="169290"/>
                  </a:lnTo>
                  <a:lnTo>
                    <a:pt x="1321493" y="168652"/>
                  </a:lnTo>
                  <a:lnTo>
                    <a:pt x="1319277" y="168652"/>
                  </a:lnTo>
                  <a:lnTo>
                    <a:pt x="1256280" y="168652"/>
                  </a:lnTo>
                  <a:lnTo>
                    <a:pt x="1256280" y="104873"/>
                  </a:lnTo>
                  <a:lnTo>
                    <a:pt x="1255964" y="102641"/>
                  </a:lnTo>
                  <a:lnTo>
                    <a:pt x="1255331" y="100408"/>
                  </a:lnTo>
                  <a:lnTo>
                    <a:pt x="1255014" y="98495"/>
                  </a:lnTo>
                  <a:lnTo>
                    <a:pt x="1254381" y="96263"/>
                  </a:lnTo>
                  <a:lnTo>
                    <a:pt x="1252165" y="92755"/>
                  </a:lnTo>
                  <a:lnTo>
                    <a:pt x="1249316" y="88928"/>
                  </a:lnTo>
                  <a:lnTo>
                    <a:pt x="1246150" y="86377"/>
                  </a:lnTo>
                  <a:lnTo>
                    <a:pt x="1242668" y="84145"/>
                  </a:lnTo>
                  <a:lnTo>
                    <a:pt x="1240452" y="83507"/>
                  </a:lnTo>
                  <a:lnTo>
                    <a:pt x="1238236" y="82869"/>
                  </a:lnTo>
                  <a:lnTo>
                    <a:pt x="1236020" y="82550"/>
                  </a:lnTo>
                  <a:lnTo>
                    <a:pt x="1233487" y="82550"/>
                  </a:lnTo>
                  <a:lnTo>
                    <a:pt x="1231588" y="82550"/>
                  </a:lnTo>
                  <a:close/>
                  <a:moveTo>
                    <a:pt x="830580" y="0"/>
                  </a:moveTo>
                  <a:lnTo>
                    <a:pt x="837248" y="0"/>
                  </a:lnTo>
                  <a:lnTo>
                    <a:pt x="1630998" y="0"/>
                  </a:lnTo>
                  <a:lnTo>
                    <a:pt x="1637666" y="0"/>
                  </a:lnTo>
                  <a:lnTo>
                    <a:pt x="1644333" y="953"/>
                  </a:lnTo>
                  <a:lnTo>
                    <a:pt x="1650683" y="1588"/>
                  </a:lnTo>
                  <a:lnTo>
                    <a:pt x="1657033" y="3176"/>
                  </a:lnTo>
                  <a:lnTo>
                    <a:pt x="1663383" y="4447"/>
                  </a:lnTo>
                  <a:lnTo>
                    <a:pt x="1669733" y="6352"/>
                  </a:lnTo>
                  <a:lnTo>
                    <a:pt x="1675448" y="8576"/>
                  </a:lnTo>
                  <a:lnTo>
                    <a:pt x="1681481" y="10481"/>
                  </a:lnTo>
                  <a:lnTo>
                    <a:pt x="1687196" y="13340"/>
                  </a:lnTo>
                  <a:lnTo>
                    <a:pt x="1692593" y="16199"/>
                  </a:lnTo>
                  <a:lnTo>
                    <a:pt x="1697991" y="19692"/>
                  </a:lnTo>
                  <a:lnTo>
                    <a:pt x="1703388" y="23186"/>
                  </a:lnTo>
                  <a:lnTo>
                    <a:pt x="1708468" y="26680"/>
                  </a:lnTo>
                  <a:lnTo>
                    <a:pt x="1713548" y="31127"/>
                  </a:lnTo>
                  <a:lnTo>
                    <a:pt x="1718311" y="34938"/>
                  </a:lnTo>
                  <a:lnTo>
                    <a:pt x="1722438" y="39702"/>
                  </a:lnTo>
                  <a:lnTo>
                    <a:pt x="1726883" y="44467"/>
                  </a:lnTo>
                  <a:lnTo>
                    <a:pt x="1731328" y="48913"/>
                  </a:lnTo>
                  <a:lnTo>
                    <a:pt x="1735138" y="54313"/>
                  </a:lnTo>
                  <a:lnTo>
                    <a:pt x="1738631" y="59395"/>
                  </a:lnTo>
                  <a:lnTo>
                    <a:pt x="1742123" y="65112"/>
                  </a:lnTo>
                  <a:lnTo>
                    <a:pt x="1745298" y="70511"/>
                  </a:lnTo>
                  <a:lnTo>
                    <a:pt x="1748156" y="76864"/>
                  </a:lnTo>
                  <a:lnTo>
                    <a:pt x="1750696" y="82581"/>
                  </a:lnTo>
                  <a:lnTo>
                    <a:pt x="1752918" y="88616"/>
                  </a:lnTo>
                  <a:lnTo>
                    <a:pt x="1754823" y="94968"/>
                  </a:lnTo>
                  <a:lnTo>
                    <a:pt x="1756728" y="101321"/>
                  </a:lnTo>
                  <a:lnTo>
                    <a:pt x="1758316" y="107991"/>
                  </a:lnTo>
                  <a:lnTo>
                    <a:pt x="1759268" y="114661"/>
                  </a:lnTo>
                  <a:lnTo>
                    <a:pt x="1759903" y="121331"/>
                  </a:lnTo>
                  <a:lnTo>
                    <a:pt x="1760538" y="128318"/>
                  </a:lnTo>
                  <a:lnTo>
                    <a:pt x="1760538" y="134988"/>
                  </a:lnTo>
                  <a:lnTo>
                    <a:pt x="1760538" y="382096"/>
                  </a:lnTo>
                  <a:lnTo>
                    <a:pt x="2193291" y="382096"/>
                  </a:lnTo>
                  <a:lnTo>
                    <a:pt x="2199641" y="382096"/>
                  </a:lnTo>
                  <a:lnTo>
                    <a:pt x="2206626" y="382731"/>
                  </a:lnTo>
                  <a:lnTo>
                    <a:pt x="2212976" y="383684"/>
                  </a:lnTo>
                  <a:lnTo>
                    <a:pt x="2219643" y="384637"/>
                  </a:lnTo>
                  <a:lnTo>
                    <a:pt x="2225676" y="386543"/>
                  </a:lnTo>
                  <a:lnTo>
                    <a:pt x="2231708" y="388131"/>
                  </a:lnTo>
                  <a:lnTo>
                    <a:pt x="2237741" y="390354"/>
                  </a:lnTo>
                  <a:lnTo>
                    <a:pt x="2243456" y="392895"/>
                  </a:lnTo>
                  <a:lnTo>
                    <a:pt x="2249488" y="395436"/>
                  </a:lnTo>
                  <a:lnTo>
                    <a:pt x="2255203" y="398612"/>
                  </a:lnTo>
                  <a:lnTo>
                    <a:pt x="2260601" y="402106"/>
                  </a:lnTo>
                  <a:lnTo>
                    <a:pt x="2265998" y="405600"/>
                  </a:lnTo>
                  <a:lnTo>
                    <a:pt x="2271078" y="409094"/>
                  </a:lnTo>
                  <a:lnTo>
                    <a:pt x="2275841" y="413540"/>
                  </a:lnTo>
                  <a:lnTo>
                    <a:pt x="2280603" y="417669"/>
                  </a:lnTo>
                  <a:lnTo>
                    <a:pt x="2285048" y="422116"/>
                  </a:lnTo>
                  <a:lnTo>
                    <a:pt x="2289175" y="427198"/>
                  </a:lnTo>
                  <a:lnTo>
                    <a:pt x="2293621" y="431962"/>
                  </a:lnTo>
                  <a:lnTo>
                    <a:pt x="2297113" y="437362"/>
                  </a:lnTo>
                  <a:lnTo>
                    <a:pt x="2300923" y="442444"/>
                  </a:lnTo>
                  <a:lnTo>
                    <a:pt x="2304415" y="447843"/>
                  </a:lnTo>
                  <a:lnTo>
                    <a:pt x="2307273" y="453878"/>
                  </a:lnTo>
                  <a:lnTo>
                    <a:pt x="2310131" y="459913"/>
                  </a:lnTo>
                  <a:lnTo>
                    <a:pt x="2312988" y="465947"/>
                  </a:lnTo>
                  <a:lnTo>
                    <a:pt x="2315211" y="471982"/>
                  </a:lnTo>
                  <a:lnTo>
                    <a:pt x="2317433" y="478652"/>
                  </a:lnTo>
                  <a:lnTo>
                    <a:pt x="2319021" y="485005"/>
                  </a:lnTo>
                  <a:lnTo>
                    <a:pt x="2320608" y="491675"/>
                  </a:lnTo>
                  <a:lnTo>
                    <a:pt x="2321561" y="498345"/>
                  </a:lnTo>
                  <a:lnTo>
                    <a:pt x="2322195" y="505332"/>
                  </a:lnTo>
                  <a:lnTo>
                    <a:pt x="2322831" y="512320"/>
                  </a:lnTo>
                  <a:lnTo>
                    <a:pt x="2323148" y="519307"/>
                  </a:lnTo>
                  <a:lnTo>
                    <a:pt x="2323148" y="1505833"/>
                  </a:lnTo>
                  <a:lnTo>
                    <a:pt x="2322831" y="1509644"/>
                  </a:lnTo>
                  <a:lnTo>
                    <a:pt x="2322195" y="1512820"/>
                  </a:lnTo>
                  <a:lnTo>
                    <a:pt x="2462213" y="1512820"/>
                  </a:lnTo>
                  <a:lnTo>
                    <a:pt x="2462213" y="1693863"/>
                  </a:lnTo>
                  <a:lnTo>
                    <a:pt x="0" y="1693863"/>
                  </a:lnTo>
                  <a:lnTo>
                    <a:pt x="0" y="1512820"/>
                  </a:lnTo>
                  <a:lnTo>
                    <a:pt x="133985" y="1512820"/>
                  </a:lnTo>
                  <a:lnTo>
                    <a:pt x="133668" y="1509644"/>
                  </a:lnTo>
                  <a:lnTo>
                    <a:pt x="133350" y="1505833"/>
                  </a:lnTo>
                  <a:lnTo>
                    <a:pt x="133350" y="519307"/>
                  </a:lnTo>
                  <a:lnTo>
                    <a:pt x="133350" y="512320"/>
                  </a:lnTo>
                  <a:lnTo>
                    <a:pt x="133985" y="505332"/>
                  </a:lnTo>
                  <a:lnTo>
                    <a:pt x="134620" y="498345"/>
                  </a:lnTo>
                  <a:lnTo>
                    <a:pt x="135890" y="491675"/>
                  </a:lnTo>
                  <a:lnTo>
                    <a:pt x="137160" y="485005"/>
                  </a:lnTo>
                  <a:lnTo>
                    <a:pt x="139065" y="478652"/>
                  </a:lnTo>
                  <a:lnTo>
                    <a:pt x="141288" y="471982"/>
                  </a:lnTo>
                  <a:lnTo>
                    <a:pt x="143193" y="465947"/>
                  </a:lnTo>
                  <a:lnTo>
                    <a:pt x="145733" y="459913"/>
                  </a:lnTo>
                  <a:lnTo>
                    <a:pt x="148590" y="453878"/>
                  </a:lnTo>
                  <a:lnTo>
                    <a:pt x="152083" y="447843"/>
                  </a:lnTo>
                  <a:lnTo>
                    <a:pt x="155258" y="442444"/>
                  </a:lnTo>
                  <a:lnTo>
                    <a:pt x="159068" y="437362"/>
                  </a:lnTo>
                  <a:lnTo>
                    <a:pt x="162878" y="431962"/>
                  </a:lnTo>
                  <a:lnTo>
                    <a:pt x="167005" y="427198"/>
                  </a:lnTo>
                  <a:lnTo>
                    <a:pt x="171450" y="422116"/>
                  </a:lnTo>
                  <a:lnTo>
                    <a:pt x="175578" y="417669"/>
                  </a:lnTo>
                  <a:lnTo>
                    <a:pt x="180340" y="413540"/>
                  </a:lnTo>
                  <a:lnTo>
                    <a:pt x="185420" y="409094"/>
                  </a:lnTo>
                  <a:lnTo>
                    <a:pt x="190500" y="405600"/>
                  </a:lnTo>
                  <a:lnTo>
                    <a:pt x="195898" y="402106"/>
                  </a:lnTo>
                  <a:lnTo>
                    <a:pt x="201295" y="398612"/>
                  </a:lnTo>
                  <a:lnTo>
                    <a:pt x="206693" y="395436"/>
                  </a:lnTo>
                  <a:lnTo>
                    <a:pt x="212408" y="392895"/>
                  </a:lnTo>
                  <a:lnTo>
                    <a:pt x="218440" y="390354"/>
                  </a:lnTo>
                  <a:lnTo>
                    <a:pt x="224155" y="388131"/>
                  </a:lnTo>
                  <a:lnTo>
                    <a:pt x="230823" y="386543"/>
                  </a:lnTo>
                  <a:lnTo>
                    <a:pt x="236855" y="384637"/>
                  </a:lnTo>
                  <a:lnTo>
                    <a:pt x="243205" y="383684"/>
                  </a:lnTo>
                  <a:lnTo>
                    <a:pt x="249873" y="382731"/>
                  </a:lnTo>
                  <a:lnTo>
                    <a:pt x="256223" y="382096"/>
                  </a:lnTo>
                  <a:lnTo>
                    <a:pt x="263208" y="382096"/>
                  </a:lnTo>
                  <a:lnTo>
                    <a:pt x="707073" y="382096"/>
                  </a:lnTo>
                  <a:lnTo>
                    <a:pt x="707073" y="134988"/>
                  </a:lnTo>
                  <a:lnTo>
                    <a:pt x="707390" y="128318"/>
                  </a:lnTo>
                  <a:lnTo>
                    <a:pt x="707708" y="121331"/>
                  </a:lnTo>
                  <a:lnTo>
                    <a:pt x="708978" y="114661"/>
                  </a:lnTo>
                  <a:lnTo>
                    <a:pt x="709930" y="107991"/>
                  </a:lnTo>
                  <a:lnTo>
                    <a:pt x="711518" y="101321"/>
                  </a:lnTo>
                  <a:lnTo>
                    <a:pt x="713105" y="94968"/>
                  </a:lnTo>
                  <a:lnTo>
                    <a:pt x="715010" y="88616"/>
                  </a:lnTo>
                  <a:lnTo>
                    <a:pt x="717550" y="82581"/>
                  </a:lnTo>
                  <a:lnTo>
                    <a:pt x="720090" y="76864"/>
                  </a:lnTo>
                  <a:lnTo>
                    <a:pt x="722948" y="70511"/>
                  </a:lnTo>
                  <a:lnTo>
                    <a:pt x="726123" y="65112"/>
                  </a:lnTo>
                  <a:lnTo>
                    <a:pt x="729298" y="59395"/>
                  </a:lnTo>
                  <a:lnTo>
                    <a:pt x="733108" y="54313"/>
                  </a:lnTo>
                  <a:lnTo>
                    <a:pt x="736918" y="48913"/>
                  </a:lnTo>
                  <a:lnTo>
                    <a:pt x="741045" y="44467"/>
                  </a:lnTo>
                  <a:lnTo>
                    <a:pt x="745173" y="39702"/>
                  </a:lnTo>
                  <a:lnTo>
                    <a:pt x="749935" y="34938"/>
                  </a:lnTo>
                  <a:lnTo>
                    <a:pt x="754698" y="31127"/>
                  </a:lnTo>
                  <a:lnTo>
                    <a:pt x="759143" y="26680"/>
                  </a:lnTo>
                  <a:lnTo>
                    <a:pt x="764540" y="23186"/>
                  </a:lnTo>
                  <a:lnTo>
                    <a:pt x="769620" y="19692"/>
                  </a:lnTo>
                  <a:lnTo>
                    <a:pt x="775018" y="16199"/>
                  </a:lnTo>
                  <a:lnTo>
                    <a:pt x="780733" y="13340"/>
                  </a:lnTo>
                  <a:lnTo>
                    <a:pt x="786448" y="10481"/>
                  </a:lnTo>
                  <a:lnTo>
                    <a:pt x="792480" y="8576"/>
                  </a:lnTo>
                  <a:lnTo>
                    <a:pt x="798513" y="6352"/>
                  </a:lnTo>
                  <a:lnTo>
                    <a:pt x="804545" y="4447"/>
                  </a:lnTo>
                  <a:lnTo>
                    <a:pt x="810895" y="3176"/>
                  </a:lnTo>
                  <a:lnTo>
                    <a:pt x="817563" y="1588"/>
                  </a:lnTo>
                  <a:lnTo>
                    <a:pt x="823913" y="953"/>
                  </a:lnTo>
                  <a:lnTo>
                    <a:pt x="830580"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a:solidFill>
                  <a:srgbClr val="FFFFFF"/>
                </a:solidFill>
                <a:latin typeface="微软雅黑" panose="020B0503020204020204" charset="-122"/>
                <a:ea typeface="微软雅黑" panose="020B0503020204020204" charset="-122"/>
              </a:endParaRPr>
            </a:p>
          </p:txBody>
        </p:sp>
        <p:sp>
          <p:nvSpPr>
            <p:cNvPr id="73" name="弧形 72"/>
            <p:cNvSpPr/>
            <p:nvPr/>
          </p:nvSpPr>
          <p:spPr>
            <a:xfrm>
              <a:off x="5983757" y="2713289"/>
              <a:ext cx="1357823" cy="2429769"/>
            </a:xfrm>
            <a:prstGeom prst="arc">
              <a:avLst>
                <a:gd name="adj1" fmla="val 16200000"/>
                <a:gd name="adj2" fmla="val 5330754"/>
              </a:avLst>
            </a:prstGeom>
            <a:ln w="25400">
              <a:solidFill>
                <a:srgbClr val="F54D4D"/>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4" name="Oval 8"/>
            <p:cNvSpPr>
              <a:spLocks noChangeArrowheads="1"/>
            </p:cNvSpPr>
            <p:nvPr/>
          </p:nvSpPr>
          <p:spPr bwMode="auto">
            <a:xfrm>
              <a:off x="7051686" y="3627571"/>
              <a:ext cx="701345" cy="705648"/>
            </a:xfrm>
            <a:prstGeom prst="ellipse">
              <a:avLst/>
            </a:prstGeom>
            <a:solidFill>
              <a:srgbClr val="2650C3"/>
            </a:solidFill>
            <a:ln w="28575">
              <a:noFill/>
              <a:bevel/>
            </a:ln>
          </p:spPr>
          <p:txBody>
            <a:bodyPr anchor="ctr">
              <a:normAutofit fontScale="3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zh-CN" sz="8800">
                <a:solidFill>
                  <a:schemeClr val="bg1"/>
                </a:solidFill>
                <a:latin typeface="微软雅黑" panose="020B0503020204020204" charset="-122"/>
                <a:ea typeface="微软雅黑" panose="020B0503020204020204" charset="-122"/>
                <a:sym typeface="Arial" panose="020B0604020202020204" pitchFamily="34" charset="0"/>
              </a:endParaRPr>
            </a:p>
          </p:txBody>
        </p:sp>
        <p:sp>
          <p:nvSpPr>
            <p:cNvPr id="75" name="文本框 74"/>
            <p:cNvSpPr txBox="1"/>
            <p:nvPr/>
          </p:nvSpPr>
          <p:spPr>
            <a:xfrm>
              <a:off x="7130488" y="3740574"/>
              <a:ext cx="543739" cy="523220"/>
            </a:xfrm>
            <a:prstGeom prst="rect">
              <a:avLst/>
            </a:prstGeom>
            <a:noFill/>
          </p:spPr>
          <p:txBody>
            <a:bodyPr wrap="none" rtlCol="0">
              <a:spAutoFit/>
            </a:bodyPr>
            <a:lstStyle/>
            <a:p>
              <a:r>
                <a:rPr lang="zh-CN" altLang="en-US" sz="1400" dirty="0">
                  <a:solidFill>
                    <a:schemeClr val="bg1"/>
                  </a:solidFill>
                  <a:latin typeface="微软雅黑" panose="020B0503020204020204" charset="-122"/>
                  <a:ea typeface="微软雅黑" panose="020B0503020204020204" charset="-122"/>
                </a:rPr>
                <a:t>多家</a:t>
              </a:r>
              <a:endParaRPr lang="zh-CN" altLang="en-US" sz="1400" dirty="0">
                <a:solidFill>
                  <a:schemeClr val="bg1"/>
                </a:solidFill>
                <a:latin typeface="微软雅黑" panose="020B0503020204020204" charset="-122"/>
                <a:ea typeface="微软雅黑" panose="020B0503020204020204" charset="-122"/>
              </a:endParaRPr>
            </a:p>
            <a:p>
              <a:r>
                <a:rPr lang="zh-CN" altLang="en-US" sz="1400" dirty="0">
                  <a:solidFill>
                    <a:schemeClr val="bg1"/>
                  </a:solidFill>
                  <a:latin typeface="微软雅黑" panose="020B0503020204020204" charset="-122"/>
                  <a:ea typeface="微软雅黑" panose="020B0503020204020204" charset="-122"/>
                </a:rPr>
                <a:t>医院</a:t>
              </a:r>
              <a:endParaRPr lang="zh-CN" altLang="en-US" sz="1400" dirty="0">
                <a:solidFill>
                  <a:schemeClr val="bg1"/>
                </a:solidFill>
                <a:latin typeface="微软雅黑" panose="020B0503020204020204" charset="-122"/>
                <a:ea typeface="微软雅黑" panose="020B0503020204020204" charset="-122"/>
              </a:endParaRPr>
            </a:p>
          </p:txBody>
        </p:sp>
        <p:sp>
          <p:nvSpPr>
            <p:cNvPr id="82" name="文本框 81"/>
            <p:cNvSpPr txBox="1"/>
            <p:nvPr/>
          </p:nvSpPr>
          <p:spPr>
            <a:xfrm>
              <a:off x="4529638" y="2021472"/>
              <a:ext cx="1097280" cy="368300"/>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在线预订</a:t>
              </a:r>
              <a:endParaRPr lang="zh-CN" altLang="en-US" dirty="0">
                <a:latin typeface="微软雅黑" panose="020B0503020204020204" charset="-122"/>
                <a:ea typeface="微软雅黑" panose="020B0503020204020204" charset="-122"/>
              </a:endParaRPr>
            </a:p>
          </p:txBody>
        </p:sp>
        <p:sp>
          <p:nvSpPr>
            <p:cNvPr id="83" name="文本框 82"/>
            <p:cNvSpPr txBox="1"/>
            <p:nvPr/>
          </p:nvSpPr>
          <p:spPr>
            <a:xfrm>
              <a:off x="4550747" y="3401117"/>
              <a:ext cx="1107996" cy="369332"/>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血液制品</a:t>
              </a:r>
              <a:endParaRPr lang="zh-CN" altLang="en-US" dirty="0">
                <a:latin typeface="微软雅黑" panose="020B0503020204020204" charset="-122"/>
                <a:ea typeface="微软雅黑" panose="020B0503020204020204" charset="-122"/>
              </a:endParaRPr>
            </a:p>
          </p:txBody>
        </p:sp>
        <p:sp>
          <p:nvSpPr>
            <p:cNvPr id="84" name="文本框 83"/>
            <p:cNvSpPr txBox="1"/>
            <p:nvPr/>
          </p:nvSpPr>
          <p:spPr>
            <a:xfrm>
              <a:off x="3760124" y="2468354"/>
              <a:ext cx="894080" cy="306705"/>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血液退回</a:t>
              </a:r>
              <a:endParaRPr lang="zh-CN" altLang="en-US" dirty="0">
                <a:latin typeface="微软雅黑" panose="020B0503020204020204" charset="-122"/>
                <a:ea typeface="微软雅黑" panose="020B0503020204020204" charset="-122"/>
              </a:endParaRPr>
            </a:p>
          </p:txBody>
        </p:sp>
        <p:sp>
          <p:nvSpPr>
            <p:cNvPr id="85" name="文本框 84"/>
            <p:cNvSpPr txBox="1"/>
            <p:nvPr/>
          </p:nvSpPr>
          <p:spPr>
            <a:xfrm>
              <a:off x="5465132" y="2934207"/>
              <a:ext cx="1107996" cy="369332"/>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血液信息</a:t>
              </a:r>
              <a:endParaRPr lang="zh-CN" altLang="en-US" dirty="0">
                <a:latin typeface="微软雅黑" panose="020B0503020204020204" charset="-122"/>
                <a:ea typeface="微软雅黑" panose="020B0503020204020204" charset="-122"/>
              </a:endParaRPr>
            </a:p>
          </p:txBody>
        </p:sp>
        <p:sp>
          <p:nvSpPr>
            <p:cNvPr id="88" name="文本框 87"/>
            <p:cNvSpPr txBox="1"/>
            <p:nvPr/>
          </p:nvSpPr>
          <p:spPr>
            <a:xfrm>
              <a:off x="5371804" y="4617127"/>
              <a:ext cx="1097280" cy="368300"/>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在线预订</a:t>
              </a:r>
              <a:endParaRPr lang="zh-CN" altLang="en-US" dirty="0">
                <a:latin typeface="微软雅黑" panose="020B0503020204020204" charset="-122"/>
                <a:ea typeface="微软雅黑" panose="020B0503020204020204" charset="-122"/>
              </a:endParaRPr>
            </a:p>
          </p:txBody>
        </p:sp>
        <p:sp>
          <p:nvSpPr>
            <p:cNvPr id="89" name="文本框 88"/>
            <p:cNvSpPr txBox="1"/>
            <p:nvPr/>
          </p:nvSpPr>
          <p:spPr>
            <a:xfrm>
              <a:off x="4633404" y="4165752"/>
              <a:ext cx="894080" cy="306705"/>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血液退回</a:t>
              </a:r>
              <a:endParaRPr lang="zh-CN" altLang="en-US" dirty="0">
                <a:latin typeface="微软雅黑" panose="020B0503020204020204" charset="-122"/>
                <a:ea typeface="微软雅黑" panose="020B0503020204020204" charset="-122"/>
              </a:endParaRPr>
            </a:p>
          </p:txBody>
        </p:sp>
        <p:sp>
          <p:nvSpPr>
            <p:cNvPr id="90" name="文本框 89"/>
            <p:cNvSpPr txBox="1"/>
            <p:nvPr/>
          </p:nvSpPr>
          <p:spPr>
            <a:xfrm>
              <a:off x="3152342" y="4842479"/>
              <a:ext cx="1107996" cy="369332"/>
            </a:xfrm>
            <a:prstGeom prst="rect">
              <a:avLst/>
            </a:prstGeom>
            <a:noFill/>
          </p:spPr>
          <p:txBody>
            <a:bodyPr wrap="none" rtlCol="0">
              <a:spAutoFit/>
            </a:bodyPr>
            <a:lstStyle>
              <a:defPPr>
                <a:defRPr lang="zh-CN"/>
              </a:defPPr>
            </a:lstStyle>
            <a:p>
              <a:r>
                <a:rPr lang="zh-CN" altLang="en-US" dirty="0">
                  <a:latin typeface="微软雅黑" panose="020B0503020204020204" charset="-122"/>
                  <a:ea typeface="微软雅黑" panose="020B0503020204020204" charset="-122"/>
                </a:rPr>
                <a:t>血液制品</a:t>
              </a:r>
              <a:endParaRPr lang="zh-CN" altLang="en-US" dirty="0">
                <a:latin typeface="微软雅黑" panose="020B0503020204020204" charset="-122"/>
                <a:ea typeface="微软雅黑" panose="020B0503020204020204" charset="-122"/>
              </a:endParaRPr>
            </a:p>
          </p:txBody>
        </p:sp>
        <p:sp>
          <p:nvSpPr>
            <p:cNvPr id="91" name="文本框 90"/>
            <p:cNvSpPr txBox="1"/>
            <p:nvPr/>
          </p:nvSpPr>
          <p:spPr>
            <a:xfrm>
              <a:off x="4039245" y="5313969"/>
              <a:ext cx="1107996" cy="369332"/>
            </a:xfrm>
            <a:prstGeom prst="rect">
              <a:avLst/>
            </a:prstGeom>
            <a:noFill/>
          </p:spPr>
          <p:txBody>
            <a:bodyPr wrap="none" rtlCol="0">
              <a:spAutoFit/>
            </a:bodyPr>
            <a:lstStyle>
              <a:defPPr>
                <a:defRPr lang="zh-CN"/>
              </a:defPPr>
            </a:lstStyle>
            <a:p>
              <a:r>
                <a:rPr lang="zh-CN" altLang="en-US" dirty="0">
                  <a:latin typeface="微软雅黑" panose="020B0503020204020204" charset="-122"/>
                  <a:ea typeface="微软雅黑" panose="020B0503020204020204" charset="-122"/>
                </a:rPr>
                <a:t>血液信息</a:t>
              </a:r>
              <a:endParaRPr lang="zh-CN" altLang="en-US" dirty="0">
                <a:latin typeface="微软雅黑" panose="020B0503020204020204" charset="-122"/>
                <a:ea typeface="微软雅黑" panose="020B0503020204020204" charset="-122"/>
              </a:endParaRPr>
            </a:p>
          </p:txBody>
        </p:sp>
        <p:sp>
          <p:nvSpPr>
            <p:cNvPr id="99" name="医院"/>
            <p:cNvSpPr/>
            <p:nvPr/>
          </p:nvSpPr>
          <p:spPr bwMode="auto">
            <a:xfrm>
              <a:off x="6425735" y="5437042"/>
              <a:ext cx="408269" cy="408269"/>
            </a:xfrm>
            <a:custGeom>
              <a:avLst/>
              <a:gdLst>
                <a:gd name="T0" fmla="*/ 1855787 w 2462213"/>
                <a:gd name="T1" fmla="*/ 1260475 h 1693863"/>
                <a:gd name="T2" fmla="*/ 1271587 w 2462213"/>
                <a:gd name="T3" fmla="*/ 1387475 h 1693863"/>
                <a:gd name="T4" fmla="*/ 1195387 w 2462213"/>
                <a:gd name="T5" fmla="*/ 1387475 h 1693863"/>
                <a:gd name="T6" fmla="*/ 612775 w 2462213"/>
                <a:gd name="T7" fmla="*/ 1260475 h 1693863"/>
                <a:gd name="T8" fmla="*/ 280987 w 2462213"/>
                <a:gd name="T9" fmla="*/ 1260475 h 1693863"/>
                <a:gd name="T10" fmla="*/ 1855787 w 2462213"/>
                <a:gd name="T11" fmla="*/ 1047750 h 1693863"/>
                <a:gd name="T12" fmla="*/ 1271587 w 2462213"/>
                <a:gd name="T13" fmla="*/ 1174750 h 1693863"/>
                <a:gd name="T14" fmla="*/ 1195387 w 2462213"/>
                <a:gd name="T15" fmla="*/ 1174750 h 1693863"/>
                <a:gd name="T16" fmla="*/ 612775 w 2462213"/>
                <a:gd name="T17" fmla="*/ 1047750 h 1693863"/>
                <a:gd name="T18" fmla="*/ 280987 w 2462213"/>
                <a:gd name="T19" fmla="*/ 1047750 h 1693863"/>
                <a:gd name="T20" fmla="*/ 1855787 w 2462213"/>
                <a:gd name="T21" fmla="*/ 817562 h 1693863"/>
                <a:gd name="T22" fmla="*/ 1271587 w 2462213"/>
                <a:gd name="T23" fmla="*/ 944562 h 1693863"/>
                <a:gd name="T24" fmla="*/ 1195387 w 2462213"/>
                <a:gd name="T25" fmla="*/ 944562 h 1693863"/>
                <a:gd name="T26" fmla="*/ 612775 w 2462213"/>
                <a:gd name="T27" fmla="*/ 817562 h 1693863"/>
                <a:gd name="T28" fmla="*/ 280987 w 2462213"/>
                <a:gd name="T29" fmla="*/ 817562 h 1693863"/>
                <a:gd name="T30" fmla="*/ 1855787 w 2462213"/>
                <a:gd name="T31" fmla="*/ 604837 h 1693863"/>
                <a:gd name="T32" fmla="*/ 1271587 w 2462213"/>
                <a:gd name="T33" fmla="*/ 731837 h 1693863"/>
                <a:gd name="T34" fmla="*/ 1195387 w 2462213"/>
                <a:gd name="T35" fmla="*/ 731837 h 1693863"/>
                <a:gd name="T36" fmla="*/ 612775 w 2462213"/>
                <a:gd name="T37" fmla="*/ 604837 h 1693863"/>
                <a:gd name="T38" fmla="*/ 280987 w 2462213"/>
                <a:gd name="T39" fmla="*/ 604837 h 1693863"/>
                <a:gd name="T40" fmla="*/ 1217659 w 2462213"/>
                <a:gd name="T41" fmla="*/ 88928 h 1693863"/>
                <a:gd name="T42" fmla="*/ 1211327 w 2462213"/>
                <a:gd name="T43" fmla="*/ 104873 h 1693863"/>
                <a:gd name="T44" fmla="*/ 1139150 w 2462213"/>
                <a:gd name="T45" fmla="*/ 170566 h 1693863"/>
                <a:gd name="T46" fmla="*/ 1126487 w 2462213"/>
                <a:gd name="T47" fmla="*/ 186829 h 1693863"/>
                <a:gd name="T48" fmla="*/ 1127437 w 2462213"/>
                <a:gd name="T49" fmla="*/ 199904 h 1693863"/>
                <a:gd name="T50" fmla="*/ 1143582 w 2462213"/>
                <a:gd name="T51" fmla="*/ 213298 h 1693863"/>
                <a:gd name="T52" fmla="*/ 1211644 w 2462213"/>
                <a:gd name="T53" fmla="*/ 281861 h 1693863"/>
                <a:gd name="T54" fmla="*/ 1224940 w 2462213"/>
                <a:gd name="T55" fmla="*/ 298125 h 1693863"/>
                <a:gd name="T56" fmla="*/ 1238236 w 2462213"/>
                <a:gd name="T57" fmla="*/ 299400 h 1693863"/>
                <a:gd name="T58" fmla="*/ 1254381 w 2462213"/>
                <a:gd name="T59" fmla="*/ 286325 h 1693863"/>
                <a:gd name="T60" fmla="*/ 1319277 w 2462213"/>
                <a:gd name="T61" fmla="*/ 213617 h 1693863"/>
                <a:gd name="T62" fmla="*/ 1335106 w 2462213"/>
                <a:gd name="T63" fmla="*/ 207239 h 1693863"/>
                <a:gd name="T64" fmla="*/ 1341437 w 2462213"/>
                <a:gd name="T65" fmla="*/ 191294 h 1693863"/>
                <a:gd name="T66" fmla="*/ 1335106 w 2462213"/>
                <a:gd name="T67" fmla="*/ 175349 h 1693863"/>
                <a:gd name="T68" fmla="*/ 1319277 w 2462213"/>
                <a:gd name="T69" fmla="*/ 168652 h 1693863"/>
                <a:gd name="T70" fmla="*/ 1254381 w 2462213"/>
                <a:gd name="T71" fmla="*/ 96263 h 1693863"/>
                <a:gd name="T72" fmla="*/ 1238236 w 2462213"/>
                <a:gd name="T73" fmla="*/ 82869 h 1693863"/>
                <a:gd name="T74" fmla="*/ 1630998 w 2462213"/>
                <a:gd name="T75" fmla="*/ 0 h 1693863"/>
                <a:gd name="T76" fmla="*/ 1669733 w 2462213"/>
                <a:gd name="T77" fmla="*/ 6352 h 1693863"/>
                <a:gd name="T78" fmla="*/ 1703388 w 2462213"/>
                <a:gd name="T79" fmla="*/ 23186 h 1693863"/>
                <a:gd name="T80" fmla="*/ 1731328 w 2462213"/>
                <a:gd name="T81" fmla="*/ 48913 h 1693863"/>
                <a:gd name="T82" fmla="*/ 1750696 w 2462213"/>
                <a:gd name="T83" fmla="*/ 82581 h 1693863"/>
                <a:gd name="T84" fmla="*/ 1759903 w 2462213"/>
                <a:gd name="T85" fmla="*/ 121331 h 1693863"/>
                <a:gd name="T86" fmla="*/ 2206626 w 2462213"/>
                <a:gd name="T87" fmla="*/ 382731 h 1693863"/>
                <a:gd name="T88" fmla="*/ 2243456 w 2462213"/>
                <a:gd name="T89" fmla="*/ 392895 h 1693863"/>
                <a:gd name="T90" fmla="*/ 2275841 w 2462213"/>
                <a:gd name="T91" fmla="*/ 413540 h 1693863"/>
                <a:gd name="T92" fmla="*/ 2300923 w 2462213"/>
                <a:gd name="T93" fmla="*/ 442444 h 1693863"/>
                <a:gd name="T94" fmla="*/ 2317433 w 2462213"/>
                <a:gd name="T95" fmla="*/ 478652 h 1693863"/>
                <a:gd name="T96" fmla="*/ 2323148 w 2462213"/>
                <a:gd name="T97" fmla="*/ 519307 h 1693863"/>
                <a:gd name="T98" fmla="*/ 0 w 2462213"/>
                <a:gd name="T99" fmla="*/ 1693863 h 1693863"/>
                <a:gd name="T100" fmla="*/ 133350 w 2462213"/>
                <a:gd name="T101" fmla="*/ 512320 h 1693863"/>
                <a:gd name="T102" fmla="*/ 141288 w 2462213"/>
                <a:gd name="T103" fmla="*/ 471982 h 1693863"/>
                <a:gd name="T104" fmla="*/ 159068 w 2462213"/>
                <a:gd name="T105" fmla="*/ 437362 h 1693863"/>
                <a:gd name="T106" fmla="*/ 185420 w 2462213"/>
                <a:gd name="T107" fmla="*/ 409094 h 1693863"/>
                <a:gd name="T108" fmla="*/ 218440 w 2462213"/>
                <a:gd name="T109" fmla="*/ 390354 h 1693863"/>
                <a:gd name="T110" fmla="*/ 256223 w 2462213"/>
                <a:gd name="T111" fmla="*/ 382096 h 1693863"/>
                <a:gd name="T112" fmla="*/ 708978 w 2462213"/>
                <a:gd name="T113" fmla="*/ 114661 h 1693863"/>
                <a:gd name="T114" fmla="*/ 720090 w 2462213"/>
                <a:gd name="T115" fmla="*/ 76864 h 1693863"/>
                <a:gd name="T116" fmla="*/ 741045 w 2462213"/>
                <a:gd name="T117" fmla="*/ 44467 h 1693863"/>
                <a:gd name="T118" fmla="*/ 769620 w 2462213"/>
                <a:gd name="T119" fmla="*/ 19692 h 1693863"/>
                <a:gd name="T120" fmla="*/ 804545 w 2462213"/>
                <a:gd name="T121" fmla="*/ 4447 h 1693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62213" h="1693863">
                  <a:moveTo>
                    <a:pt x="2058987" y="1260475"/>
                  </a:moveTo>
                  <a:lnTo>
                    <a:pt x="2058987" y="1387475"/>
                  </a:lnTo>
                  <a:lnTo>
                    <a:pt x="2185987" y="1387475"/>
                  </a:lnTo>
                  <a:lnTo>
                    <a:pt x="2185987" y="1260475"/>
                  </a:lnTo>
                  <a:lnTo>
                    <a:pt x="2058987" y="1260475"/>
                  </a:lnTo>
                  <a:close/>
                  <a:moveTo>
                    <a:pt x="1855787" y="1260475"/>
                  </a:moveTo>
                  <a:lnTo>
                    <a:pt x="1855787" y="1387475"/>
                  </a:lnTo>
                  <a:lnTo>
                    <a:pt x="1982787" y="1387475"/>
                  </a:lnTo>
                  <a:lnTo>
                    <a:pt x="1982787" y="1260475"/>
                  </a:lnTo>
                  <a:lnTo>
                    <a:pt x="1855787" y="1260475"/>
                  </a:lnTo>
                  <a:close/>
                  <a:moveTo>
                    <a:pt x="1271587" y="1260475"/>
                  </a:moveTo>
                  <a:lnTo>
                    <a:pt x="1271587" y="1387475"/>
                  </a:lnTo>
                  <a:lnTo>
                    <a:pt x="1398587" y="1387475"/>
                  </a:lnTo>
                  <a:lnTo>
                    <a:pt x="1398587" y="1260475"/>
                  </a:lnTo>
                  <a:lnTo>
                    <a:pt x="1271587" y="1260475"/>
                  </a:lnTo>
                  <a:close/>
                  <a:moveTo>
                    <a:pt x="1068387" y="1260475"/>
                  </a:moveTo>
                  <a:lnTo>
                    <a:pt x="1068387" y="1387475"/>
                  </a:lnTo>
                  <a:lnTo>
                    <a:pt x="1195387" y="1387475"/>
                  </a:lnTo>
                  <a:lnTo>
                    <a:pt x="1195387" y="1260475"/>
                  </a:lnTo>
                  <a:lnTo>
                    <a:pt x="1068387" y="1260475"/>
                  </a:lnTo>
                  <a:close/>
                  <a:moveTo>
                    <a:pt x="484187" y="1260475"/>
                  </a:moveTo>
                  <a:lnTo>
                    <a:pt x="484187" y="1387475"/>
                  </a:lnTo>
                  <a:lnTo>
                    <a:pt x="612775" y="1387475"/>
                  </a:lnTo>
                  <a:lnTo>
                    <a:pt x="612775" y="1260475"/>
                  </a:lnTo>
                  <a:lnTo>
                    <a:pt x="484187" y="1260475"/>
                  </a:lnTo>
                  <a:close/>
                  <a:moveTo>
                    <a:pt x="280987" y="1260475"/>
                  </a:moveTo>
                  <a:lnTo>
                    <a:pt x="280987" y="1387475"/>
                  </a:lnTo>
                  <a:lnTo>
                    <a:pt x="407987" y="1387475"/>
                  </a:lnTo>
                  <a:lnTo>
                    <a:pt x="407987" y="1260475"/>
                  </a:lnTo>
                  <a:lnTo>
                    <a:pt x="280987" y="1260475"/>
                  </a:lnTo>
                  <a:close/>
                  <a:moveTo>
                    <a:pt x="2058987" y="1047750"/>
                  </a:moveTo>
                  <a:lnTo>
                    <a:pt x="2058987" y="1174750"/>
                  </a:lnTo>
                  <a:lnTo>
                    <a:pt x="2185987" y="1174750"/>
                  </a:lnTo>
                  <a:lnTo>
                    <a:pt x="2185987" y="1047750"/>
                  </a:lnTo>
                  <a:lnTo>
                    <a:pt x="2058987" y="1047750"/>
                  </a:lnTo>
                  <a:close/>
                  <a:moveTo>
                    <a:pt x="1855787" y="1047750"/>
                  </a:moveTo>
                  <a:lnTo>
                    <a:pt x="1855787" y="1174750"/>
                  </a:lnTo>
                  <a:lnTo>
                    <a:pt x="1982787" y="1174750"/>
                  </a:lnTo>
                  <a:lnTo>
                    <a:pt x="1982787" y="1047750"/>
                  </a:lnTo>
                  <a:lnTo>
                    <a:pt x="1855787" y="1047750"/>
                  </a:lnTo>
                  <a:close/>
                  <a:moveTo>
                    <a:pt x="1271587" y="1047750"/>
                  </a:moveTo>
                  <a:lnTo>
                    <a:pt x="1271587" y="1174750"/>
                  </a:lnTo>
                  <a:lnTo>
                    <a:pt x="1398587" y="1174750"/>
                  </a:lnTo>
                  <a:lnTo>
                    <a:pt x="1398587" y="1047750"/>
                  </a:lnTo>
                  <a:lnTo>
                    <a:pt x="1271587" y="1047750"/>
                  </a:lnTo>
                  <a:close/>
                  <a:moveTo>
                    <a:pt x="1068387" y="1047750"/>
                  </a:moveTo>
                  <a:lnTo>
                    <a:pt x="1068387" y="1174750"/>
                  </a:lnTo>
                  <a:lnTo>
                    <a:pt x="1195387" y="1174750"/>
                  </a:lnTo>
                  <a:lnTo>
                    <a:pt x="1195387" y="1047750"/>
                  </a:lnTo>
                  <a:lnTo>
                    <a:pt x="1068387" y="1047750"/>
                  </a:lnTo>
                  <a:close/>
                  <a:moveTo>
                    <a:pt x="484187" y="1047750"/>
                  </a:moveTo>
                  <a:lnTo>
                    <a:pt x="484187" y="1174750"/>
                  </a:lnTo>
                  <a:lnTo>
                    <a:pt x="612775" y="1174750"/>
                  </a:lnTo>
                  <a:lnTo>
                    <a:pt x="612775" y="1047750"/>
                  </a:lnTo>
                  <a:lnTo>
                    <a:pt x="484187" y="1047750"/>
                  </a:lnTo>
                  <a:close/>
                  <a:moveTo>
                    <a:pt x="280987" y="1047750"/>
                  </a:moveTo>
                  <a:lnTo>
                    <a:pt x="280987" y="1174750"/>
                  </a:lnTo>
                  <a:lnTo>
                    <a:pt x="407987" y="1174750"/>
                  </a:lnTo>
                  <a:lnTo>
                    <a:pt x="407987" y="1047750"/>
                  </a:lnTo>
                  <a:lnTo>
                    <a:pt x="280987" y="1047750"/>
                  </a:lnTo>
                  <a:close/>
                  <a:moveTo>
                    <a:pt x="2058987" y="817562"/>
                  </a:moveTo>
                  <a:lnTo>
                    <a:pt x="2058987" y="944562"/>
                  </a:lnTo>
                  <a:lnTo>
                    <a:pt x="2185987" y="944562"/>
                  </a:lnTo>
                  <a:lnTo>
                    <a:pt x="2185987" y="817562"/>
                  </a:lnTo>
                  <a:lnTo>
                    <a:pt x="2058987" y="817562"/>
                  </a:lnTo>
                  <a:close/>
                  <a:moveTo>
                    <a:pt x="1855787" y="817562"/>
                  </a:moveTo>
                  <a:lnTo>
                    <a:pt x="1855787" y="944562"/>
                  </a:lnTo>
                  <a:lnTo>
                    <a:pt x="1982787" y="944562"/>
                  </a:lnTo>
                  <a:lnTo>
                    <a:pt x="1982787" y="817562"/>
                  </a:lnTo>
                  <a:lnTo>
                    <a:pt x="1855787" y="817562"/>
                  </a:lnTo>
                  <a:close/>
                  <a:moveTo>
                    <a:pt x="1271587" y="817562"/>
                  </a:moveTo>
                  <a:lnTo>
                    <a:pt x="1271587" y="944562"/>
                  </a:lnTo>
                  <a:lnTo>
                    <a:pt x="1398587" y="944562"/>
                  </a:lnTo>
                  <a:lnTo>
                    <a:pt x="1398587" y="817562"/>
                  </a:lnTo>
                  <a:lnTo>
                    <a:pt x="1271587" y="817562"/>
                  </a:lnTo>
                  <a:close/>
                  <a:moveTo>
                    <a:pt x="1068387" y="817562"/>
                  </a:moveTo>
                  <a:lnTo>
                    <a:pt x="1068387" y="944562"/>
                  </a:lnTo>
                  <a:lnTo>
                    <a:pt x="1195387" y="944562"/>
                  </a:lnTo>
                  <a:lnTo>
                    <a:pt x="1195387" y="817562"/>
                  </a:lnTo>
                  <a:lnTo>
                    <a:pt x="1068387" y="817562"/>
                  </a:lnTo>
                  <a:close/>
                  <a:moveTo>
                    <a:pt x="484187" y="817562"/>
                  </a:moveTo>
                  <a:lnTo>
                    <a:pt x="484187" y="944562"/>
                  </a:lnTo>
                  <a:lnTo>
                    <a:pt x="612775" y="944562"/>
                  </a:lnTo>
                  <a:lnTo>
                    <a:pt x="612775" y="817562"/>
                  </a:lnTo>
                  <a:lnTo>
                    <a:pt x="484187" y="817562"/>
                  </a:lnTo>
                  <a:close/>
                  <a:moveTo>
                    <a:pt x="280987" y="817562"/>
                  </a:moveTo>
                  <a:lnTo>
                    <a:pt x="280987" y="944562"/>
                  </a:lnTo>
                  <a:lnTo>
                    <a:pt x="407987" y="944562"/>
                  </a:lnTo>
                  <a:lnTo>
                    <a:pt x="407987" y="817562"/>
                  </a:lnTo>
                  <a:lnTo>
                    <a:pt x="280987" y="817562"/>
                  </a:lnTo>
                  <a:close/>
                  <a:moveTo>
                    <a:pt x="2058987" y="604837"/>
                  </a:moveTo>
                  <a:lnTo>
                    <a:pt x="2058987" y="731837"/>
                  </a:lnTo>
                  <a:lnTo>
                    <a:pt x="2185987" y="731837"/>
                  </a:lnTo>
                  <a:lnTo>
                    <a:pt x="2185987" y="604837"/>
                  </a:lnTo>
                  <a:lnTo>
                    <a:pt x="2058987" y="604837"/>
                  </a:lnTo>
                  <a:close/>
                  <a:moveTo>
                    <a:pt x="1855787" y="604837"/>
                  </a:moveTo>
                  <a:lnTo>
                    <a:pt x="1855787" y="731837"/>
                  </a:lnTo>
                  <a:lnTo>
                    <a:pt x="1982787" y="731837"/>
                  </a:lnTo>
                  <a:lnTo>
                    <a:pt x="1982787" y="604837"/>
                  </a:lnTo>
                  <a:lnTo>
                    <a:pt x="1855787" y="604837"/>
                  </a:lnTo>
                  <a:close/>
                  <a:moveTo>
                    <a:pt x="1271587" y="604837"/>
                  </a:moveTo>
                  <a:lnTo>
                    <a:pt x="1271587" y="731837"/>
                  </a:lnTo>
                  <a:lnTo>
                    <a:pt x="1398587" y="731837"/>
                  </a:lnTo>
                  <a:lnTo>
                    <a:pt x="1398587" y="604837"/>
                  </a:lnTo>
                  <a:lnTo>
                    <a:pt x="1271587" y="604837"/>
                  </a:lnTo>
                  <a:close/>
                  <a:moveTo>
                    <a:pt x="1068387" y="604837"/>
                  </a:moveTo>
                  <a:lnTo>
                    <a:pt x="1068387" y="731837"/>
                  </a:lnTo>
                  <a:lnTo>
                    <a:pt x="1195387" y="731837"/>
                  </a:lnTo>
                  <a:lnTo>
                    <a:pt x="1195387" y="604837"/>
                  </a:lnTo>
                  <a:lnTo>
                    <a:pt x="1068387" y="604837"/>
                  </a:lnTo>
                  <a:close/>
                  <a:moveTo>
                    <a:pt x="484187" y="604837"/>
                  </a:moveTo>
                  <a:lnTo>
                    <a:pt x="484187" y="731837"/>
                  </a:lnTo>
                  <a:lnTo>
                    <a:pt x="612775" y="731837"/>
                  </a:lnTo>
                  <a:lnTo>
                    <a:pt x="612775" y="604837"/>
                  </a:lnTo>
                  <a:lnTo>
                    <a:pt x="484187" y="604837"/>
                  </a:lnTo>
                  <a:close/>
                  <a:moveTo>
                    <a:pt x="280987" y="604837"/>
                  </a:moveTo>
                  <a:lnTo>
                    <a:pt x="280987" y="731837"/>
                  </a:lnTo>
                  <a:lnTo>
                    <a:pt x="407987" y="731837"/>
                  </a:lnTo>
                  <a:lnTo>
                    <a:pt x="407987" y="604837"/>
                  </a:lnTo>
                  <a:lnTo>
                    <a:pt x="280987" y="604837"/>
                  </a:lnTo>
                  <a:close/>
                  <a:moveTo>
                    <a:pt x="1231588" y="82550"/>
                  </a:moveTo>
                  <a:lnTo>
                    <a:pt x="1229372" y="82869"/>
                  </a:lnTo>
                  <a:lnTo>
                    <a:pt x="1227156" y="83507"/>
                  </a:lnTo>
                  <a:lnTo>
                    <a:pt x="1224940" y="84145"/>
                  </a:lnTo>
                  <a:lnTo>
                    <a:pt x="1221458" y="86377"/>
                  </a:lnTo>
                  <a:lnTo>
                    <a:pt x="1217659" y="88928"/>
                  </a:lnTo>
                  <a:lnTo>
                    <a:pt x="1215443" y="92755"/>
                  </a:lnTo>
                  <a:lnTo>
                    <a:pt x="1213227" y="96263"/>
                  </a:lnTo>
                  <a:lnTo>
                    <a:pt x="1212594" y="98495"/>
                  </a:lnTo>
                  <a:lnTo>
                    <a:pt x="1211644" y="100408"/>
                  </a:lnTo>
                  <a:lnTo>
                    <a:pt x="1211327" y="102641"/>
                  </a:lnTo>
                  <a:lnTo>
                    <a:pt x="1211327" y="104873"/>
                  </a:lnTo>
                  <a:lnTo>
                    <a:pt x="1211327" y="168652"/>
                  </a:lnTo>
                  <a:lnTo>
                    <a:pt x="1148330" y="168652"/>
                  </a:lnTo>
                  <a:lnTo>
                    <a:pt x="1145798" y="168652"/>
                  </a:lnTo>
                  <a:lnTo>
                    <a:pt x="1143582" y="169290"/>
                  </a:lnTo>
                  <a:lnTo>
                    <a:pt x="1141366" y="169928"/>
                  </a:lnTo>
                  <a:lnTo>
                    <a:pt x="1139150" y="170566"/>
                  </a:lnTo>
                  <a:lnTo>
                    <a:pt x="1135667" y="172798"/>
                  </a:lnTo>
                  <a:lnTo>
                    <a:pt x="1132502" y="175349"/>
                  </a:lnTo>
                  <a:lnTo>
                    <a:pt x="1129653" y="178538"/>
                  </a:lnTo>
                  <a:lnTo>
                    <a:pt x="1127437" y="182684"/>
                  </a:lnTo>
                  <a:lnTo>
                    <a:pt x="1126804" y="184597"/>
                  </a:lnTo>
                  <a:lnTo>
                    <a:pt x="1126487" y="186829"/>
                  </a:lnTo>
                  <a:lnTo>
                    <a:pt x="1126170" y="189062"/>
                  </a:lnTo>
                  <a:lnTo>
                    <a:pt x="1125537" y="191294"/>
                  </a:lnTo>
                  <a:lnTo>
                    <a:pt x="1126170" y="193845"/>
                  </a:lnTo>
                  <a:lnTo>
                    <a:pt x="1126487" y="195759"/>
                  </a:lnTo>
                  <a:lnTo>
                    <a:pt x="1126804" y="197991"/>
                  </a:lnTo>
                  <a:lnTo>
                    <a:pt x="1127437" y="199904"/>
                  </a:lnTo>
                  <a:lnTo>
                    <a:pt x="1129653" y="203731"/>
                  </a:lnTo>
                  <a:lnTo>
                    <a:pt x="1132502" y="207239"/>
                  </a:lnTo>
                  <a:lnTo>
                    <a:pt x="1135667" y="210109"/>
                  </a:lnTo>
                  <a:lnTo>
                    <a:pt x="1139150" y="212022"/>
                  </a:lnTo>
                  <a:lnTo>
                    <a:pt x="1141366" y="212979"/>
                  </a:lnTo>
                  <a:lnTo>
                    <a:pt x="1143582" y="213298"/>
                  </a:lnTo>
                  <a:lnTo>
                    <a:pt x="1145798" y="213617"/>
                  </a:lnTo>
                  <a:lnTo>
                    <a:pt x="1148330" y="213617"/>
                  </a:lnTo>
                  <a:lnTo>
                    <a:pt x="1211327" y="213617"/>
                  </a:lnTo>
                  <a:lnTo>
                    <a:pt x="1211327" y="277396"/>
                  </a:lnTo>
                  <a:lnTo>
                    <a:pt x="1211327" y="279629"/>
                  </a:lnTo>
                  <a:lnTo>
                    <a:pt x="1211644" y="281861"/>
                  </a:lnTo>
                  <a:lnTo>
                    <a:pt x="1212594" y="284093"/>
                  </a:lnTo>
                  <a:lnTo>
                    <a:pt x="1213227" y="286325"/>
                  </a:lnTo>
                  <a:lnTo>
                    <a:pt x="1215443" y="290152"/>
                  </a:lnTo>
                  <a:lnTo>
                    <a:pt x="1217659" y="293341"/>
                  </a:lnTo>
                  <a:lnTo>
                    <a:pt x="1221458" y="296211"/>
                  </a:lnTo>
                  <a:lnTo>
                    <a:pt x="1224940" y="298125"/>
                  </a:lnTo>
                  <a:lnTo>
                    <a:pt x="1227156" y="298762"/>
                  </a:lnTo>
                  <a:lnTo>
                    <a:pt x="1229372" y="299400"/>
                  </a:lnTo>
                  <a:lnTo>
                    <a:pt x="1231588" y="300038"/>
                  </a:lnTo>
                  <a:lnTo>
                    <a:pt x="1233487" y="300038"/>
                  </a:lnTo>
                  <a:lnTo>
                    <a:pt x="1236020" y="300038"/>
                  </a:lnTo>
                  <a:lnTo>
                    <a:pt x="1238236" y="299400"/>
                  </a:lnTo>
                  <a:lnTo>
                    <a:pt x="1240452" y="298762"/>
                  </a:lnTo>
                  <a:lnTo>
                    <a:pt x="1242668" y="298125"/>
                  </a:lnTo>
                  <a:lnTo>
                    <a:pt x="1246150" y="296211"/>
                  </a:lnTo>
                  <a:lnTo>
                    <a:pt x="1249316" y="293341"/>
                  </a:lnTo>
                  <a:lnTo>
                    <a:pt x="1252165" y="290152"/>
                  </a:lnTo>
                  <a:lnTo>
                    <a:pt x="1254381" y="286325"/>
                  </a:lnTo>
                  <a:lnTo>
                    <a:pt x="1255014" y="284093"/>
                  </a:lnTo>
                  <a:lnTo>
                    <a:pt x="1255331" y="281861"/>
                  </a:lnTo>
                  <a:lnTo>
                    <a:pt x="1255964" y="279629"/>
                  </a:lnTo>
                  <a:lnTo>
                    <a:pt x="1256280" y="277396"/>
                  </a:lnTo>
                  <a:lnTo>
                    <a:pt x="1256280" y="213617"/>
                  </a:lnTo>
                  <a:lnTo>
                    <a:pt x="1319277" y="213617"/>
                  </a:lnTo>
                  <a:lnTo>
                    <a:pt x="1321493" y="213617"/>
                  </a:lnTo>
                  <a:lnTo>
                    <a:pt x="1324026" y="213298"/>
                  </a:lnTo>
                  <a:lnTo>
                    <a:pt x="1326242" y="212979"/>
                  </a:lnTo>
                  <a:lnTo>
                    <a:pt x="1327825" y="212022"/>
                  </a:lnTo>
                  <a:lnTo>
                    <a:pt x="1331940" y="210109"/>
                  </a:lnTo>
                  <a:lnTo>
                    <a:pt x="1335106" y="207239"/>
                  </a:lnTo>
                  <a:lnTo>
                    <a:pt x="1337955" y="203731"/>
                  </a:lnTo>
                  <a:lnTo>
                    <a:pt x="1339854" y="199904"/>
                  </a:lnTo>
                  <a:lnTo>
                    <a:pt x="1340804" y="197991"/>
                  </a:lnTo>
                  <a:lnTo>
                    <a:pt x="1341121" y="195759"/>
                  </a:lnTo>
                  <a:lnTo>
                    <a:pt x="1341437" y="193845"/>
                  </a:lnTo>
                  <a:lnTo>
                    <a:pt x="1341437" y="191294"/>
                  </a:lnTo>
                  <a:lnTo>
                    <a:pt x="1341437" y="189062"/>
                  </a:lnTo>
                  <a:lnTo>
                    <a:pt x="1341121" y="186829"/>
                  </a:lnTo>
                  <a:lnTo>
                    <a:pt x="1340804" y="184597"/>
                  </a:lnTo>
                  <a:lnTo>
                    <a:pt x="1339854" y="182684"/>
                  </a:lnTo>
                  <a:lnTo>
                    <a:pt x="1337955" y="178538"/>
                  </a:lnTo>
                  <a:lnTo>
                    <a:pt x="1335106" y="175349"/>
                  </a:lnTo>
                  <a:lnTo>
                    <a:pt x="1331940" y="172798"/>
                  </a:lnTo>
                  <a:lnTo>
                    <a:pt x="1327825" y="170566"/>
                  </a:lnTo>
                  <a:lnTo>
                    <a:pt x="1326242" y="169928"/>
                  </a:lnTo>
                  <a:lnTo>
                    <a:pt x="1324026" y="169290"/>
                  </a:lnTo>
                  <a:lnTo>
                    <a:pt x="1321493" y="168652"/>
                  </a:lnTo>
                  <a:lnTo>
                    <a:pt x="1319277" y="168652"/>
                  </a:lnTo>
                  <a:lnTo>
                    <a:pt x="1256280" y="168652"/>
                  </a:lnTo>
                  <a:lnTo>
                    <a:pt x="1256280" y="104873"/>
                  </a:lnTo>
                  <a:lnTo>
                    <a:pt x="1255964" y="102641"/>
                  </a:lnTo>
                  <a:lnTo>
                    <a:pt x="1255331" y="100408"/>
                  </a:lnTo>
                  <a:lnTo>
                    <a:pt x="1255014" y="98495"/>
                  </a:lnTo>
                  <a:lnTo>
                    <a:pt x="1254381" y="96263"/>
                  </a:lnTo>
                  <a:lnTo>
                    <a:pt x="1252165" y="92755"/>
                  </a:lnTo>
                  <a:lnTo>
                    <a:pt x="1249316" y="88928"/>
                  </a:lnTo>
                  <a:lnTo>
                    <a:pt x="1246150" y="86377"/>
                  </a:lnTo>
                  <a:lnTo>
                    <a:pt x="1242668" y="84145"/>
                  </a:lnTo>
                  <a:lnTo>
                    <a:pt x="1240452" y="83507"/>
                  </a:lnTo>
                  <a:lnTo>
                    <a:pt x="1238236" y="82869"/>
                  </a:lnTo>
                  <a:lnTo>
                    <a:pt x="1236020" y="82550"/>
                  </a:lnTo>
                  <a:lnTo>
                    <a:pt x="1233487" y="82550"/>
                  </a:lnTo>
                  <a:lnTo>
                    <a:pt x="1231588" y="82550"/>
                  </a:lnTo>
                  <a:close/>
                  <a:moveTo>
                    <a:pt x="830580" y="0"/>
                  </a:moveTo>
                  <a:lnTo>
                    <a:pt x="837248" y="0"/>
                  </a:lnTo>
                  <a:lnTo>
                    <a:pt x="1630998" y="0"/>
                  </a:lnTo>
                  <a:lnTo>
                    <a:pt x="1637666" y="0"/>
                  </a:lnTo>
                  <a:lnTo>
                    <a:pt x="1644333" y="953"/>
                  </a:lnTo>
                  <a:lnTo>
                    <a:pt x="1650683" y="1588"/>
                  </a:lnTo>
                  <a:lnTo>
                    <a:pt x="1657033" y="3176"/>
                  </a:lnTo>
                  <a:lnTo>
                    <a:pt x="1663383" y="4447"/>
                  </a:lnTo>
                  <a:lnTo>
                    <a:pt x="1669733" y="6352"/>
                  </a:lnTo>
                  <a:lnTo>
                    <a:pt x="1675448" y="8576"/>
                  </a:lnTo>
                  <a:lnTo>
                    <a:pt x="1681481" y="10481"/>
                  </a:lnTo>
                  <a:lnTo>
                    <a:pt x="1687196" y="13340"/>
                  </a:lnTo>
                  <a:lnTo>
                    <a:pt x="1692593" y="16199"/>
                  </a:lnTo>
                  <a:lnTo>
                    <a:pt x="1697991" y="19692"/>
                  </a:lnTo>
                  <a:lnTo>
                    <a:pt x="1703388" y="23186"/>
                  </a:lnTo>
                  <a:lnTo>
                    <a:pt x="1708468" y="26680"/>
                  </a:lnTo>
                  <a:lnTo>
                    <a:pt x="1713548" y="31127"/>
                  </a:lnTo>
                  <a:lnTo>
                    <a:pt x="1718311" y="34938"/>
                  </a:lnTo>
                  <a:lnTo>
                    <a:pt x="1722438" y="39702"/>
                  </a:lnTo>
                  <a:lnTo>
                    <a:pt x="1726883" y="44467"/>
                  </a:lnTo>
                  <a:lnTo>
                    <a:pt x="1731328" y="48913"/>
                  </a:lnTo>
                  <a:lnTo>
                    <a:pt x="1735138" y="54313"/>
                  </a:lnTo>
                  <a:lnTo>
                    <a:pt x="1738631" y="59395"/>
                  </a:lnTo>
                  <a:lnTo>
                    <a:pt x="1742123" y="65112"/>
                  </a:lnTo>
                  <a:lnTo>
                    <a:pt x="1745298" y="70511"/>
                  </a:lnTo>
                  <a:lnTo>
                    <a:pt x="1748156" y="76864"/>
                  </a:lnTo>
                  <a:lnTo>
                    <a:pt x="1750696" y="82581"/>
                  </a:lnTo>
                  <a:lnTo>
                    <a:pt x="1752918" y="88616"/>
                  </a:lnTo>
                  <a:lnTo>
                    <a:pt x="1754823" y="94968"/>
                  </a:lnTo>
                  <a:lnTo>
                    <a:pt x="1756728" y="101321"/>
                  </a:lnTo>
                  <a:lnTo>
                    <a:pt x="1758316" y="107991"/>
                  </a:lnTo>
                  <a:lnTo>
                    <a:pt x="1759268" y="114661"/>
                  </a:lnTo>
                  <a:lnTo>
                    <a:pt x="1759903" y="121331"/>
                  </a:lnTo>
                  <a:lnTo>
                    <a:pt x="1760538" y="128318"/>
                  </a:lnTo>
                  <a:lnTo>
                    <a:pt x="1760538" y="134988"/>
                  </a:lnTo>
                  <a:lnTo>
                    <a:pt x="1760538" y="382096"/>
                  </a:lnTo>
                  <a:lnTo>
                    <a:pt x="2193291" y="382096"/>
                  </a:lnTo>
                  <a:lnTo>
                    <a:pt x="2199641" y="382096"/>
                  </a:lnTo>
                  <a:lnTo>
                    <a:pt x="2206626" y="382731"/>
                  </a:lnTo>
                  <a:lnTo>
                    <a:pt x="2212976" y="383684"/>
                  </a:lnTo>
                  <a:lnTo>
                    <a:pt x="2219643" y="384637"/>
                  </a:lnTo>
                  <a:lnTo>
                    <a:pt x="2225676" y="386543"/>
                  </a:lnTo>
                  <a:lnTo>
                    <a:pt x="2231708" y="388131"/>
                  </a:lnTo>
                  <a:lnTo>
                    <a:pt x="2237741" y="390354"/>
                  </a:lnTo>
                  <a:lnTo>
                    <a:pt x="2243456" y="392895"/>
                  </a:lnTo>
                  <a:lnTo>
                    <a:pt x="2249488" y="395436"/>
                  </a:lnTo>
                  <a:lnTo>
                    <a:pt x="2255203" y="398612"/>
                  </a:lnTo>
                  <a:lnTo>
                    <a:pt x="2260601" y="402106"/>
                  </a:lnTo>
                  <a:lnTo>
                    <a:pt x="2265998" y="405600"/>
                  </a:lnTo>
                  <a:lnTo>
                    <a:pt x="2271078" y="409094"/>
                  </a:lnTo>
                  <a:lnTo>
                    <a:pt x="2275841" y="413540"/>
                  </a:lnTo>
                  <a:lnTo>
                    <a:pt x="2280603" y="417669"/>
                  </a:lnTo>
                  <a:lnTo>
                    <a:pt x="2285048" y="422116"/>
                  </a:lnTo>
                  <a:lnTo>
                    <a:pt x="2289175" y="427198"/>
                  </a:lnTo>
                  <a:lnTo>
                    <a:pt x="2293621" y="431962"/>
                  </a:lnTo>
                  <a:lnTo>
                    <a:pt x="2297113" y="437362"/>
                  </a:lnTo>
                  <a:lnTo>
                    <a:pt x="2300923" y="442444"/>
                  </a:lnTo>
                  <a:lnTo>
                    <a:pt x="2304415" y="447843"/>
                  </a:lnTo>
                  <a:lnTo>
                    <a:pt x="2307273" y="453878"/>
                  </a:lnTo>
                  <a:lnTo>
                    <a:pt x="2310131" y="459913"/>
                  </a:lnTo>
                  <a:lnTo>
                    <a:pt x="2312988" y="465947"/>
                  </a:lnTo>
                  <a:lnTo>
                    <a:pt x="2315211" y="471982"/>
                  </a:lnTo>
                  <a:lnTo>
                    <a:pt x="2317433" y="478652"/>
                  </a:lnTo>
                  <a:lnTo>
                    <a:pt x="2319021" y="485005"/>
                  </a:lnTo>
                  <a:lnTo>
                    <a:pt x="2320608" y="491675"/>
                  </a:lnTo>
                  <a:lnTo>
                    <a:pt x="2321561" y="498345"/>
                  </a:lnTo>
                  <a:lnTo>
                    <a:pt x="2322195" y="505332"/>
                  </a:lnTo>
                  <a:lnTo>
                    <a:pt x="2322831" y="512320"/>
                  </a:lnTo>
                  <a:lnTo>
                    <a:pt x="2323148" y="519307"/>
                  </a:lnTo>
                  <a:lnTo>
                    <a:pt x="2323148" y="1505833"/>
                  </a:lnTo>
                  <a:lnTo>
                    <a:pt x="2322831" y="1509644"/>
                  </a:lnTo>
                  <a:lnTo>
                    <a:pt x="2322195" y="1512820"/>
                  </a:lnTo>
                  <a:lnTo>
                    <a:pt x="2462213" y="1512820"/>
                  </a:lnTo>
                  <a:lnTo>
                    <a:pt x="2462213" y="1693863"/>
                  </a:lnTo>
                  <a:lnTo>
                    <a:pt x="0" y="1693863"/>
                  </a:lnTo>
                  <a:lnTo>
                    <a:pt x="0" y="1512820"/>
                  </a:lnTo>
                  <a:lnTo>
                    <a:pt x="133985" y="1512820"/>
                  </a:lnTo>
                  <a:lnTo>
                    <a:pt x="133668" y="1509644"/>
                  </a:lnTo>
                  <a:lnTo>
                    <a:pt x="133350" y="1505833"/>
                  </a:lnTo>
                  <a:lnTo>
                    <a:pt x="133350" y="519307"/>
                  </a:lnTo>
                  <a:lnTo>
                    <a:pt x="133350" y="512320"/>
                  </a:lnTo>
                  <a:lnTo>
                    <a:pt x="133985" y="505332"/>
                  </a:lnTo>
                  <a:lnTo>
                    <a:pt x="134620" y="498345"/>
                  </a:lnTo>
                  <a:lnTo>
                    <a:pt x="135890" y="491675"/>
                  </a:lnTo>
                  <a:lnTo>
                    <a:pt x="137160" y="485005"/>
                  </a:lnTo>
                  <a:lnTo>
                    <a:pt x="139065" y="478652"/>
                  </a:lnTo>
                  <a:lnTo>
                    <a:pt x="141288" y="471982"/>
                  </a:lnTo>
                  <a:lnTo>
                    <a:pt x="143193" y="465947"/>
                  </a:lnTo>
                  <a:lnTo>
                    <a:pt x="145733" y="459913"/>
                  </a:lnTo>
                  <a:lnTo>
                    <a:pt x="148590" y="453878"/>
                  </a:lnTo>
                  <a:lnTo>
                    <a:pt x="152083" y="447843"/>
                  </a:lnTo>
                  <a:lnTo>
                    <a:pt x="155258" y="442444"/>
                  </a:lnTo>
                  <a:lnTo>
                    <a:pt x="159068" y="437362"/>
                  </a:lnTo>
                  <a:lnTo>
                    <a:pt x="162878" y="431962"/>
                  </a:lnTo>
                  <a:lnTo>
                    <a:pt x="167005" y="427198"/>
                  </a:lnTo>
                  <a:lnTo>
                    <a:pt x="171450" y="422116"/>
                  </a:lnTo>
                  <a:lnTo>
                    <a:pt x="175578" y="417669"/>
                  </a:lnTo>
                  <a:lnTo>
                    <a:pt x="180340" y="413540"/>
                  </a:lnTo>
                  <a:lnTo>
                    <a:pt x="185420" y="409094"/>
                  </a:lnTo>
                  <a:lnTo>
                    <a:pt x="190500" y="405600"/>
                  </a:lnTo>
                  <a:lnTo>
                    <a:pt x="195898" y="402106"/>
                  </a:lnTo>
                  <a:lnTo>
                    <a:pt x="201295" y="398612"/>
                  </a:lnTo>
                  <a:lnTo>
                    <a:pt x="206693" y="395436"/>
                  </a:lnTo>
                  <a:lnTo>
                    <a:pt x="212408" y="392895"/>
                  </a:lnTo>
                  <a:lnTo>
                    <a:pt x="218440" y="390354"/>
                  </a:lnTo>
                  <a:lnTo>
                    <a:pt x="224155" y="388131"/>
                  </a:lnTo>
                  <a:lnTo>
                    <a:pt x="230823" y="386543"/>
                  </a:lnTo>
                  <a:lnTo>
                    <a:pt x="236855" y="384637"/>
                  </a:lnTo>
                  <a:lnTo>
                    <a:pt x="243205" y="383684"/>
                  </a:lnTo>
                  <a:lnTo>
                    <a:pt x="249873" y="382731"/>
                  </a:lnTo>
                  <a:lnTo>
                    <a:pt x="256223" y="382096"/>
                  </a:lnTo>
                  <a:lnTo>
                    <a:pt x="263208" y="382096"/>
                  </a:lnTo>
                  <a:lnTo>
                    <a:pt x="707073" y="382096"/>
                  </a:lnTo>
                  <a:lnTo>
                    <a:pt x="707073" y="134988"/>
                  </a:lnTo>
                  <a:lnTo>
                    <a:pt x="707390" y="128318"/>
                  </a:lnTo>
                  <a:lnTo>
                    <a:pt x="707708" y="121331"/>
                  </a:lnTo>
                  <a:lnTo>
                    <a:pt x="708978" y="114661"/>
                  </a:lnTo>
                  <a:lnTo>
                    <a:pt x="709930" y="107991"/>
                  </a:lnTo>
                  <a:lnTo>
                    <a:pt x="711518" y="101321"/>
                  </a:lnTo>
                  <a:lnTo>
                    <a:pt x="713105" y="94968"/>
                  </a:lnTo>
                  <a:lnTo>
                    <a:pt x="715010" y="88616"/>
                  </a:lnTo>
                  <a:lnTo>
                    <a:pt x="717550" y="82581"/>
                  </a:lnTo>
                  <a:lnTo>
                    <a:pt x="720090" y="76864"/>
                  </a:lnTo>
                  <a:lnTo>
                    <a:pt x="722948" y="70511"/>
                  </a:lnTo>
                  <a:lnTo>
                    <a:pt x="726123" y="65112"/>
                  </a:lnTo>
                  <a:lnTo>
                    <a:pt x="729298" y="59395"/>
                  </a:lnTo>
                  <a:lnTo>
                    <a:pt x="733108" y="54313"/>
                  </a:lnTo>
                  <a:lnTo>
                    <a:pt x="736918" y="48913"/>
                  </a:lnTo>
                  <a:lnTo>
                    <a:pt x="741045" y="44467"/>
                  </a:lnTo>
                  <a:lnTo>
                    <a:pt x="745173" y="39702"/>
                  </a:lnTo>
                  <a:lnTo>
                    <a:pt x="749935" y="34938"/>
                  </a:lnTo>
                  <a:lnTo>
                    <a:pt x="754698" y="31127"/>
                  </a:lnTo>
                  <a:lnTo>
                    <a:pt x="759143" y="26680"/>
                  </a:lnTo>
                  <a:lnTo>
                    <a:pt x="764540" y="23186"/>
                  </a:lnTo>
                  <a:lnTo>
                    <a:pt x="769620" y="19692"/>
                  </a:lnTo>
                  <a:lnTo>
                    <a:pt x="775018" y="16199"/>
                  </a:lnTo>
                  <a:lnTo>
                    <a:pt x="780733" y="13340"/>
                  </a:lnTo>
                  <a:lnTo>
                    <a:pt x="786448" y="10481"/>
                  </a:lnTo>
                  <a:lnTo>
                    <a:pt x="792480" y="8576"/>
                  </a:lnTo>
                  <a:lnTo>
                    <a:pt x="798513" y="6352"/>
                  </a:lnTo>
                  <a:lnTo>
                    <a:pt x="804545" y="4447"/>
                  </a:lnTo>
                  <a:lnTo>
                    <a:pt x="810895" y="3176"/>
                  </a:lnTo>
                  <a:lnTo>
                    <a:pt x="817563" y="1588"/>
                  </a:lnTo>
                  <a:lnTo>
                    <a:pt x="823913" y="953"/>
                  </a:lnTo>
                  <a:lnTo>
                    <a:pt x="830580"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a:solidFill>
                  <a:srgbClr val="FFFFFF"/>
                </a:solidFill>
                <a:latin typeface="微软雅黑" panose="020B0503020204020204" charset="-122"/>
                <a:ea typeface="微软雅黑" panose="020B0503020204020204" charset="-122"/>
              </a:endParaRPr>
            </a:p>
          </p:txBody>
        </p:sp>
        <p:sp>
          <p:nvSpPr>
            <p:cNvPr id="3" name="右箭头 2"/>
            <p:cNvSpPr/>
            <p:nvPr/>
          </p:nvSpPr>
          <p:spPr>
            <a:xfrm rot="8813786">
              <a:off x="3976832" y="2701013"/>
              <a:ext cx="1881817" cy="234186"/>
            </a:xfrm>
            <a:prstGeom prst="rightArrow">
              <a:avLst/>
            </a:prstGeom>
            <a:solidFill>
              <a:srgbClr val="FFC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右箭头 49"/>
            <p:cNvSpPr/>
            <p:nvPr/>
          </p:nvSpPr>
          <p:spPr>
            <a:xfrm rot="19585784">
              <a:off x="4168004" y="2942916"/>
              <a:ext cx="1881817" cy="234186"/>
            </a:xfrm>
            <a:prstGeom prst="rightArrow">
              <a:avLst/>
            </a:prstGeom>
            <a:solidFill>
              <a:srgbClr val="FFC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右箭头 54"/>
            <p:cNvSpPr/>
            <p:nvPr/>
          </p:nvSpPr>
          <p:spPr>
            <a:xfrm rot="12672780">
              <a:off x="3963578" y="4597203"/>
              <a:ext cx="1881817" cy="234186"/>
            </a:xfrm>
            <a:prstGeom prst="rightArrow">
              <a:avLst/>
            </a:prstGeom>
            <a:solidFill>
              <a:srgbClr val="FFC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右箭头 55"/>
            <p:cNvSpPr/>
            <p:nvPr/>
          </p:nvSpPr>
          <p:spPr>
            <a:xfrm rot="1844778">
              <a:off x="3866887" y="4910491"/>
              <a:ext cx="1881817" cy="234186"/>
            </a:xfrm>
            <a:prstGeom prst="rightArrow">
              <a:avLst/>
            </a:prstGeom>
            <a:solidFill>
              <a:srgbClr val="FFC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54" name="矩形 53"/>
          <p:cNvSpPr/>
          <p:nvPr/>
        </p:nvSpPr>
        <p:spPr>
          <a:xfrm>
            <a:off x="8544141" y="1903495"/>
            <a:ext cx="3272464" cy="3784600"/>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zh-CN" altLang="zh-CN" sz="1600" b="1" kern="100" dirty="0">
                <a:latin typeface="Calibri" panose="020F0502020204030204" pitchFamily="34" charset="0"/>
                <a:ea typeface="宋体" panose="02010600030101010101" pitchFamily="2" charset="-122"/>
                <a:cs typeface="Times New Roman" panose="02020603050405020304" pitchFamily="18" charset="0"/>
              </a:rPr>
              <a:t>血站</a:t>
            </a:r>
            <a:endParaRPr lang="zh-CN" altLang="zh-CN" sz="1600" kern="100" dirty="0">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zh-CN" sz="1600" kern="100" dirty="0">
                <a:latin typeface="Calibri" panose="020F0502020204030204" pitchFamily="34" charset="0"/>
                <a:ea typeface="宋体" panose="02010600030101010101" pitchFamily="2" charset="-122"/>
                <a:cs typeface="Times New Roman" panose="02020603050405020304" pitchFamily="18" charset="0"/>
              </a:rPr>
              <a:t>提供血液制品给医院，通过</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实时</a:t>
            </a:r>
            <a:r>
              <a:rPr lang="zh-CN" altLang="zh-CN" sz="1600" kern="100" dirty="0">
                <a:latin typeface="Calibri" panose="020F0502020204030204" pitchFamily="34" charset="0"/>
                <a:ea typeface="宋体" panose="02010600030101010101" pitchFamily="2" charset="-122"/>
                <a:cs typeface="Times New Roman" panose="02020603050405020304" pitchFamily="18" charset="0"/>
              </a:rPr>
              <a:t>联网提供血液相关的完整信息</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并</a:t>
            </a:r>
            <a:r>
              <a:rPr lang="zh-CN" altLang="zh-CN" sz="1600" kern="100" dirty="0">
                <a:latin typeface="Calibri" panose="020F0502020204030204" pitchFamily="34" charset="0"/>
                <a:ea typeface="宋体" panose="02010600030101010101" pitchFamily="2" charset="-122"/>
                <a:cs typeface="Times New Roman" panose="02020603050405020304" pitchFamily="18" charset="0"/>
              </a:rPr>
              <a:t>同步给医院。</a:t>
            </a:r>
            <a:endParaRPr lang="zh-CN" altLang="zh-CN" sz="1600" kern="100" dirty="0">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endParaRPr lang="zh-CN"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zh-CN" altLang="zh-CN" sz="1600" b="1" kern="100" dirty="0">
                <a:latin typeface="Calibri" panose="020F0502020204030204" pitchFamily="34" charset="0"/>
                <a:ea typeface="宋体" panose="02010600030101010101" pitchFamily="2" charset="-122"/>
                <a:cs typeface="Times New Roman" panose="02020603050405020304" pitchFamily="18" charset="0"/>
              </a:rPr>
              <a:t>医院</a:t>
            </a:r>
            <a:endParaRPr lang="zh-CN" altLang="zh-CN" sz="1600" kern="100" dirty="0">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50000"/>
              </a:lnSpc>
              <a:spcAft>
                <a:spcPts val="0"/>
              </a:spcAft>
            </a:pPr>
            <a:r>
              <a:rPr lang="zh-CN" altLang="zh-CN" sz="1600" kern="100" dirty="0">
                <a:latin typeface="Calibri" panose="020F0502020204030204" pitchFamily="34" charset="0"/>
                <a:ea typeface="宋体" panose="02010600030101010101" pitchFamily="2" charset="-122"/>
                <a:cs typeface="Times New Roman" panose="02020603050405020304" pitchFamily="18" charset="0"/>
              </a:rPr>
              <a:t>临床使用血液制品，</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通过实时</a:t>
            </a:r>
            <a:r>
              <a:rPr lang="zh-CN" altLang="zh-CN" sz="1600" kern="100" dirty="0">
                <a:latin typeface="Calibri" panose="020F0502020204030204" pitchFamily="34" charset="0"/>
                <a:ea typeface="宋体" panose="02010600030101010101" pitchFamily="2" charset="-122"/>
                <a:cs typeface="Times New Roman" panose="02020603050405020304" pitchFamily="18" charset="0"/>
              </a:rPr>
              <a:t>联网提供血液制品相关的输血信息</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并</a:t>
            </a:r>
            <a:r>
              <a:rPr lang="zh-CN" altLang="zh-CN" sz="1600" kern="100" dirty="0">
                <a:latin typeface="Calibri" panose="020F0502020204030204" pitchFamily="34" charset="0"/>
                <a:ea typeface="宋体" panose="02010600030101010101" pitchFamily="2" charset="-122"/>
                <a:cs typeface="Times New Roman" panose="02020603050405020304" pitchFamily="18" charset="0"/>
              </a:rPr>
              <a:t>传送到全市数据中心保存。医院间可以进行血液调拨。</a:t>
            </a:r>
            <a:endPar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5" name="文本框 4"/>
          <p:cNvSpPr txBox="1"/>
          <p:nvPr/>
        </p:nvSpPr>
        <p:spPr>
          <a:xfrm>
            <a:off x="6465907" y="3699344"/>
            <a:ext cx="1097280" cy="368300"/>
          </a:xfrm>
          <a:prstGeom prst="rect">
            <a:avLst/>
          </a:prstGeom>
          <a:noFill/>
        </p:spPr>
        <p:txBody>
          <a:bodyPr wrap="none" rtlCol="0">
            <a:spAutoFit/>
          </a:bodyPr>
          <a:lstStyle/>
          <a:p>
            <a:r>
              <a:rPr lang="zh-CN" altLang="en-US" dirty="0">
                <a:latin typeface="微软雅黑" panose="020B0503020204020204" charset="-122"/>
                <a:ea typeface="微软雅黑" panose="020B0503020204020204" charset="-122"/>
              </a:rPr>
              <a:t>血液调拨</a:t>
            </a:r>
            <a:endParaRPr lang="zh-CN" altLang="en-US" dirty="0">
              <a:latin typeface="微软雅黑" panose="020B0503020204020204" charset="-122"/>
              <a:ea typeface="微软雅黑" panose="020B0503020204020204" charset="-122"/>
            </a:endParaRPr>
          </a:p>
        </p:txBody>
      </p:sp>
      <p:sp>
        <p:nvSpPr>
          <p:cNvPr id="6" name="Google Shape;116;p15"/>
          <p:cNvSpPr txBox="1"/>
          <p:nvPr>
            <p:custDataLst>
              <p:tags r:id="rId1"/>
            </p:custDataLst>
          </p:nvPr>
        </p:nvSpPr>
        <p:spPr>
          <a:xfrm>
            <a:off x="1108567" y="375929"/>
            <a:ext cx="7435358" cy="584200"/>
          </a:xfrm>
          <a:prstGeom prst="rect">
            <a:avLst/>
          </a:prstGeom>
          <a:noFill/>
          <a:ln>
            <a:noFill/>
          </a:ln>
        </p:spPr>
        <p:txBody>
          <a:bodyPr spcFirstLastPara="1" wrap="square" lIns="0" tIns="0" rIns="0" bIns="0" anchor="ctr" anchorCtr="0">
            <a:normAutofit/>
          </a:bodyPr>
          <a:p>
            <a:pPr marL="0" indent="0">
              <a:lnSpc>
                <a:spcPct val="90000"/>
              </a:lnSpc>
              <a:buClr>
                <a:srgbClr val="FFC001"/>
              </a:buClr>
              <a:buSzPts val="2800"/>
              <a:buFont typeface="Noto Sans Symbols"/>
              <a:buNone/>
            </a:pPr>
            <a:r>
              <a:rPr lang="zh-CN" altLang="en-US"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rPr>
              <a:t>医院联网血站端流程</a:t>
            </a:r>
            <a:endParaRPr sz="2800" b="1" cap="none" dirty="0">
              <a:solidFill>
                <a:srgbClr val="FFC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2"/>
          <p:cNvSpPr/>
          <p:nvPr/>
        </p:nvSpPr>
        <p:spPr>
          <a:xfrm>
            <a:off x="2071466" y="2368458"/>
            <a:ext cx="10161905" cy="2543175"/>
          </a:xfrm>
          <a:custGeom>
            <a:avLst/>
            <a:gdLst/>
            <a:ahLst/>
            <a:cxnLst/>
            <a:rect l="l" t="t" r="r" b="b"/>
            <a:pathLst>
              <a:path w="16003" h="4005" extrusionOk="0">
                <a:moveTo>
                  <a:pt x="3879" y="8"/>
                </a:moveTo>
                <a:lnTo>
                  <a:pt x="16003" y="0"/>
                </a:lnTo>
                <a:lnTo>
                  <a:pt x="15928" y="4005"/>
                </a:lnTo>
                <a:lnTo>
                  <a:pt x="0" y="3985"/>
                </a:lnTo>
                <a:lnTo>
                  <a:pt x="3879" y="8"/>
                </a:lnTo>
                <a:close/>
              </a:path>
            </a:pathLst>
          </a:custGeom>
          <a:solidFill>
            <a:srgbClr val="FFC0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82" name="Google Shape;182;p22"/>
          <p:cNvSpPr/>
          <p:nvPr/>
        </p:nvSpPr>
        <p:spPr>
          <a:xfrm>
            <a:off x="-237490" y="2332418"/>
            <a:ext cx="4284980" cy="2533650"/>
          </a:xfrm>
          <a:custGeom>
            <a:avLst/>
            <a:gdLst/>
            <a:ahLst/>
            <a:cxnLst/>
            <a:rect l="l" t="t" r="r" b="b"/>
            <a:pathLst>
              <a:path w="6748" h="3990" extrusionOk="0">
                <a:moveTo>
                  <a:pt x="60" y="30"/>
                </a:moveTo>
                <a:lnTo>
                  <a:pt x="6748" y="0"/>
                </a:lnTo>
                <a:lnTo>
                  <a:pt x="2869" y="3977"/>
                </a:lnTo>
                <a:lnTo>
                  <a:pt x="0" y="3990"/>
                </a:lnTo>
                <a:lnTo>
                  <a:pt x="60" y="30"/>
                </a:lnTo>
                <a:close/>
              </a:path>
            </a:pathLst>
          </a:cu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cxnSp>
        <p:nvCxnSpPr>
          <p:cNvPr id="183" name="Google Shape;183;p22"/>
          <p:cNvCxnSpPr/>
          <p:nvPr/>
        </p:nvCxnSpPr>
        <p:spPr>
          <a:xfrm flipH="1">
            <a:off x="1747537" y="1576282"/>
            <a:ext cx="3253500" cy="3336000"/>
          </a:xfrm>
          <a:prstGeom prst="straightConnector1">
            <a:avLst/>
          </a:prstGeom>
          <a:noFill/>
          <a:ln w="9525" cap="flat" cmpd="sng">
            <a:solidFill>
              <a:srgbClr val="FFC001"/>
            </a:solidFill>
            <a:prstDash val="solid"/>
            <a:miter lim="800000"/>
            <a:headEnd type="none" w="sm" len="sm"/>
            <a:tailEnd type="none" w="sm" len="sm"/>
          </a:ln>
        </p:spPr>
      </p:cxnSp>
      <p:cxnSp>
        <p:nvCxnSpPr>
          <p:cNvPr id="184" name="Google Shape;184;p22"/>
          <p:cNvCxnSpPr/>
          <p:nvPr/>
        </p:nvCxnSpPr>
        <p:spPr>
          <a:xfrm flipH="1">
            <a:off x="911932" y="3636089"/>
            <a:ext cx="2196600" cy="2252100"/>
          </a:xfrm>
          <a:prstGeom prst="straightConnector1">
            <a:avLst/>
          </a:prstGeom>
          <a:noFill/>
          <a:ln w="9525" cap="flat" cmpd="sng">
            <a:solidFill>
              <a:srgbClr val="3A3A3A"/>
            </a:solidFill>
            <a:prstDash val="solid"/>
            <a:miter lim="800000"/>
            <a:headEnd type="none" w="sm" len="sm"/>
            <a:tailEnd type="none" w="sm" len="sm"/>
          </a:ln>
        </p:spPr>
      </p:cxnSp>
      <p:cxnSp>
        <p:nvCxnSpPr>
          <p:cNvPr id="185" name="Google Shape;185;p22"/>
          <p:cNvCxnSpPr/>
          <p:nvPr/>
        </p:nvCxnSpPr>
        <p:spPr>
          <a:xfrm>
            <a:off x="2003425" y="5057775"/>
            <a:ext cx="1416000" cy="0"/>
          </a:xfrm>
          <a:prstGeom prst="straightConnector1">
            <a:avLst/>
          </a:prstGeom>
          <a:noFill/>
          <a:ln w="9525" cap="flat" cmpd="sng">
            <a:solidFill>
              <a:srgbClr val="FFC001"/>
            </a:solidFill>
            <a:prstDash val="solid"/>
            <a:miter lim="800000"/>
            <a:headEnd type="none" w="sm" len="sm"/>
            <a:tailEnd type="none" w="sm" len="sm"/>
          </a:ln>
        </p:spPr>
      </p:cxnSp>
      <p:sp>
        <p:nvSpPr>
          <p:cNvPr id="186" name="Google Shape;186;p22"/>
          <p:cNvSpPr/>
          <p:nvPr/>
        </p:nvSpPr>
        <p:spPr>
          <a:xfrm>
            <a:off x="4800600" y="3147060"/>
            <a:ext cx="6323400" cy="904800"/>
          </a:xfrm>
          <a:prstGeom prst="roundRect">
            <a:avLst>
              <a:gd name="adj" fmla="val 50000"/>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87" name="Google Shape;187;p22"/>
          <p:cNvSpPr/>
          <p:nvPr/>
        </p:nvSpPr>
        <p:spPr>
          <a:xfrm>
            <a:off x="5808980" y="3338830"/>
            <a:ext cx="4306500" cy="523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zh-CN" sz="2800" b="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答疑和课后测试</a:t>
            </a:r>
            <a:endParaRPr sz="2800" b="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8" name="Google Shape;188;p22"/>
          <p:cNvSpPr txBox="1"/>
          <p:nvPr/>
        </p:nvSpPr>
        <p:spPr>
          <a:xfrm>
            <a:off x="693560" y="2909291"/>
            <a:ext cx="687000" cy="1112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CN" sz="6600" b="1">
                <a:solidFill>
                  <a:schemeClr val="lt1"/>
                </a:solidFill>
                <a:latin typeface="Arial" panose="020B0604020202020204"/>
                <a:ea typeface="Arial" panose="020B0604020202020204"/>
                <a:cs typeface="Arial" panose="020B0604020202020204"/>
                <a:sym typeface="Arial" panose="020B0604020202020204"/>
              </a:rPr>
              <a:t>4</a:t>
            </a:r>
            <a:endParaRPr lang="zh-CN" sz="6600" b="1">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p:nvPr/>
        </p:nvSpPr>
        <p:spPr>
          <a:xfrm>
            <a:off x="586740" y="465455"/>
            <a:ext cx="429300" cy="461700"/>
          </a:xfrm>
          <a:prstGeom prst="homePlate">
            <a:avLst>
              <a:gd name="adj" fmla="val 32249"/>
            </a:avLst>
          </a:prstGeom>
          <a:solidFill>
            <a:srgbClr val="3A3A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195" name="Google Shape;195;p23"/>
          <p:cNvSpPr txBox="1"/>
          <p:nvPr/>
        </p:nvSpPr>
        <p:spPr>
          <a:xfrm>
            <a:off x="1040130" y="434975"/>
            <a:ext cx="4156800" cy="525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CN" sz="2800" b="1">
                <a:solidFill>
                  <a:srgbClr val="3A3A3A"/>
                </a:solidFill>
                <a:latin typeface="微软雅黑" panose="020B0503020204020204" charset="-122"/>
                <a:ea typeface="微软雅黑" panose="020B0503020204020204" charset="-122"/>
                <a:cs typeface="微软雅黑" panose="020B0503020204020204" charset="-122"/>
                <a:sym typeface="微软雅黑" panose="020B0503020204020204" charset="-122"/>
              </a:rPr>
              <a:t>答疑和课后测试</a:t>
            </a:r>
            <a:endParaRPr lang="zh-CN" sz="2800" b="1">
              <a:solidFill>
                <a:srgbClr val="3A3A3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文本框 1"/>
          <p:cNvSpPr txBox="1"/>
          <p:nvPr/>
        </p:nvSpPr>
        <p:spPr>
          <a:xfrm>
            <a:off x="3659505" y="4222115"/>
            <a:ext cx="4064000" cy="306705"/>
          </a:xfrm>
          <a:prstGeom prst="rect">
            <a:avLst/>
          </a:prstGeom>
          <a:noFill/>
        </p:spPr>
        <p:txBody>
          <a:bodyPr wrap="square" rtlCol="0">
            <a:spAutoFit/>
          </a:bodyPr>
          <a:p>
            <a:r>
              <a:rPr lang="zh-CN" altLang="en-US"/>
              <a:t>https://ks.wjx.top/vm/P1EjNR9.aspx# </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4121150" y="1593215"/>
            <a:ext cx="2867025" cy="2571750"/>
          </a:xfrm>
          <a:prstGeom prst="rect">
            <a:avLst/>
          </a:prstGeom>
        </p:spPr>
      </p:pic>
    </p:spTree>
  </p:cSld>
  <p:clrMapOvr>
    <a:masterClrMapping/>
  </p:clrMapOvr>
</p:sld>
</file>

<file path=ppt/tags/tag1.xml><?xml version="1.0" encoding="utf-8"?>
<p:tagLst xmlns:p="http://schemas.openxmlformats.org/presentationml/2006/main">
  <p:tag name="KSO_WM_TAG_VERSION" val="1.0"/>
  <p:tag name="KSO_WM_BEAUTIFY_FLAG" val="#wm#"/>
  <p:tag name="KSO_WM_TEMPLATE_CATEGORY" val="custom"/>
  <p:tag name="KSO_WM_TEMPLATE_INDEX" val="160396"/>
  <p:tag name="KSO_WM_UNIT_TYPE" val="a"/>
  <p:tag name="KSO_WM_UNIT_INDEX" val="1"/>
  <p:tag name="KSO_WM_UNIT_ID" val="custom160396_26*a*1"/>
  <p:tag name="KSO_WM_UNIT_CLEAR" val="1"/>
  <p:tag name="KSO_WM_UNIT_LAYERLEVEL" val="1"/>
  <p:tag name="KSO_WM_UNIT_VALUE" val="16"/>
  <p:tag name="KSO_WM_UNIT_ISCONTENTSTITLE" val="0"/>
  <p:tag name="KSO_WM_UNIT_HIGHLIGHT" val="0"/>
  <p:tag name="KSO_WM_UNIT_COMPATIBLE" val="0"/>
  <p:tag name="KSO_WM_UNIT_PRESET_TEXT_INDEX" val="3"/>
  <p:tag name="KSO_WM_UNIT_PRESET_TEXT_LEN" val="17"/>
</p:tagLst>
</file>

<file path=ppt/tags/tag2.xml><?xml version="1.0" encoding="utf-8"?>
<p:tagLst xmlns:p="http://schemas.openxmlformats.org/presentationml/2006/main">
  <p:tag name="KSO_WM_TAG_VERSION" val="1.0"/>
  <p:tag name="KSO_WM_BEAUTIFY_FLAG" val="#wm#"/>
  <p:tag name="KSO_WM_TEMPLATE_CATEGORY" val="custom"/>
  <p:tag name="KSO_WM_TEMPLATE_INDEX" val="160396"/>
  <p:tag name="KSO_WM_UNIT_TYPE" val="a"/>
  <p:tag name="KSO_WM_UNIT_INDEX" val="1"/>
  <p:tag name="KSO_WM_UNIT_ID" val="custom160396_26*a*1"/>
  <p:tag name="KSO_WM_UNIT_CLEAR" val="1"/>
  <p:tag name="KSO_WM_UNIT_LAYERLEVEL" val="1"/>
  <p:tag name="KSO_WM_UNIT_VALUE" val="16"/>
  <p:tag name="KSO_WM_UNIT_ISCONTENTSTITLE" val="0"/>
  <p:tag name="KSO_WM_UNIT_HIGHLIGHT" val="0"/>
  <p:tag name="KSO_WM_UNIT_COMPATIBLE" val="0"/>
  <p:tag name="KSO_WM_UNIT_PRESET_TEXT_INDEX" val="3"/>
  <p:tag name="KSO_WM_UNIT_PRESET_TEXT_LEN" val="17"/>
</p:tagLst>
</file>

<file path=ppt/tags/tag3.xml><?xml version="1.0" encoding="utf-8"?>
<p:tagLst xmlns:p="http://schemas.openxmlformats.org/presentationml/2006/main">
  <p:tag name="KSO_WM_BEAUTIFY_FLAG" val=""/>
  <p:tag name="KSO_WM_UNIT_PLACING_PICTURE_USER_VIEWPORT" val="{&quot;height&quot;:3676,&quot;width&quot;:9075}"/>
</p:tagLst>
</file>

<file path=ppt/tags/tag4.xml><?xml version="1.0" encoding="utf-8"?>
<p:tagLst xmlns:p="http://schemas.openxmlformats.org/presentationml/2006/main">
  <p:tag name="KSO_WM_BEAUTIFY_FLAG" val=""/>
  <p:tag name="KSO_WM_UNIT_PLACING_PICTURE_USER_VIEWPORT" val="{&quot;height&quot;:10749,&quot;width&quot;:5170}"/>
</p:tagLst>
</file>

<file path=ppt/tags/tag5.xml><?xml version="1.0" encoding="utf-8"?>
<p:tagLst xmlns:p="http://schemas.openxmlformats.org/presentationml/2006/main">
  <p:tag name="KSO_WM_BEAUTIFY_FLAG" val=""/>
  <p:tag name="KSO_WM_UNIT_PLACING_PICTURE_USER_VIEWPORT" val="{&quot;height&quot;:3420,&quot;width&quot;:8265}"/>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 name="KSO_WM_UNIT_PLACING_PICTURE_USER_VIEWPORT" val="{&quot;height&quot;:6255,&quot;width&quot;:7140}"/>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 name="KSO_WM_UNIT_PLACING_PICTURE_USER_VIEWPORT" val="{&quot;height&quot;:4050,&quot;width&quot;:4515}"/>
</p:tagLst>
</file>

<file path=ppt/tags/tag47.xml><?xml version="1.0" encoding="utf-8"?>
<p:tagLst xmlns:p="http://schemas.openxmlformats.org/presentationml/2006/main">
  <p:tag name="KSO_WPP_MARK_KEY" val="5e5a4269-463e-43bf-85c9-05b291f7338c"/>
  <p:tag name="COMMONDATA" val="eyJoZGlkIjoiZWE1OGE1MmI0MjM0OTc3Mjc5ZTA3ZWFmYmExZTc5NDgifQ=="/>
</p:tagLst>
</file>

<file path=ppt/theme/theme1.xml><?xml version="1.0" encoding="utf-8"?>
<a:theme xmlns:a="http://schemas.openxmlformats.org/drawingml/2006/main" name="A000120140530A99PPBG">
  <a:themeElements>
    <a:clrScheme name="106">
      <a:dk1>
        <a:srgbClr val="4B4D4F"/>
      </a:dk1>
      <a:lt1>
        <a:srgbClr val="FFFFFF"/>
      </a:lt1>
      <a:dk2>
        <a:srgbClr val="3D3F41"/>
      </a:dk2>
      <a:lt2>
        <a:srgbClr val="FFFFFF"/>
      </a:lt2>
      <a:accent1>
        <a:srgbClr val="DC5C31"/>
      </a:accent1>
      <a:accent2>
        <a:srgbClr val="EA9B26"/>
      </a:accent2>
      <a:accent3>
        <a:srgbClr val="D36D8D"/>
      </a:accent3>
      <a:accent4>
        <a:srgbClr val="D46E5A"/>
      </a:accent4>
      <a:accent5>
        <a:srgbClr val="FCCF86"/>
      </a:accent5>
      <a:accent6>
        <a:srgbClr val="AA5ED4"/>
      </a:accent6>
      <a:hlink>
        <a:srgbClr val="00B0F0"/>
      </a:hlink>
      <a:folHlink>
        <a:srgbClr val="AFB2B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1653</Words>
  <Application>WPS 演示</Application>
  <PresentationFormat>宽屏</PresentationFormat>
  <Paragraphs>164</Paragraphs>
  <Slides>25</Slides>
  <Notes>17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41" baseType="lpstr">
      <vt:lpstr>Arial</vt:lpstr>
      <vt:lpstr>宋体</vt:lpstr>
      <vt:lpstr>Wingdings</vt:lpstr>
      <vt:lpstr>Arial</vt:lpstr>
      <vt:lpstr>Noto Sans Symbols</vt:lpstr>
      <vt:lpstr>Segoe Print</vt:lpstr>
      <vt:lpstr>Calibri</vt:lpstr>
      <vt:lpstr>微软雅黑</vt:lpstr>
      <vt:lpstr>黑体</vt:lpstr>
      <vt:lpstr>Calibri</vt:lpstr>
      <vt:lpstr>幼圆</vt:lpstr>
      <vt:lpstr>DFKai-SB</vt:lpstr>
      <vt:lpstr>Arial Unicode MS</vt:lpstr>
      <vt:lpstr>Times New Roman</vt:lpstr>
      <vt:lpstr>A000120140530A99PPBG</vt:lpstr>
      <vt:lpstr>Visio.Drawing.15</vt:lpstr>
      <vt:lpstr>城市医院用血实时联网平台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双机热备系统</dc:title>
  <dc:creator/>
  <cp:lastModifiedBy>✨I'm 昝帅''</cp:lastModifiedBy>
  <cp:revision>74</cp:revision>
  <dcterms:created xsi:type="dcterms:W3CDTF">2023-03-08T01:50:00Z</dcterms:created>
  <dcterms:modified xsi:type="dcterms:W3CDTF">2023-03-21T04:42:36Z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657501426E5345368DD9F4A2288B3CDD</vt:lpwstr>
  </property>
  <property fmtid="{D5CDD505-2E9C-101B-9397-08002B2CF9AE}" pid="3" name="KSOProductBuildVer">
    <vt:lpwstr>2052-11.1.0.13703</vt:lpwstr>
  </property>
</Properties>
</file>