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这是演讲者备注，MarkItDown 也会提取。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MarkItDown 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将 PPTX 转为 Markdown，供 LLM 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支持的内容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幻灯片标题与正文</a:t>
            </a:r>
          </a:p>
          <a:p>
            <a:r>
              <a:t>表格与备注</a:t>
            </a:r>
          </a:p>
          <a:p>
            <a:r>
              <a:t>（图片需配合 LLM 做描述）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备注示例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这是第三页正文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